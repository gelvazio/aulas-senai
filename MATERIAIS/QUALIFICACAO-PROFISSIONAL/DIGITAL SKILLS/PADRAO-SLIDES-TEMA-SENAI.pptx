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Play"/>
      <p:regular r:id="rId11"/>
      <p:bold r:id="rId12"/>
    </p:embeddedFont>
    <p:embeddedFont>
      <p:font typeface="Century Gothic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wb9hpMYLVxA5zBV6IdyxNMn8B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regular.fntdata"/><Relationship Id="rId10" Type="http://schemas.openxmlformats.org/officeDocument/2006/relationships/slide" Target="slides/slide6.xml"/><Relationship Id="rId13" Type="http://schemas.openxmlformats.org/officeDocument/2006/relationships/font" Target="fonts/CenturyGothic-regular.fntdata"/><Relationship Id="rId12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enturyGothic-italic.fntdata"/><Relationship Id="rId14" Type="http://schemas.openxmlformats.org/officeDocument/2006/relationships/font" Target="fonts/CenturyGothic-bold.fntdata"/><Relationship Id="rId17" Type="http://customschemas.google.com/relationships/presentationmetadata" Target="metadata"/><Relationship Id="rId16" Type="http://schemas.openxmlformats.org/officeDocument/2006/relationships/font" Target="fonts/CenturyGothic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8d3c3fd6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f8d3c3fd6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f8d3c3fd6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Slide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10" Type="http://schemas.openxmlformats.org/officeDocument/2006/relationships/image" Target="../media/image14.png"/><Relationship Id="rId9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4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sesisc.org.br/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/>
          <p:nvPr/>
        </p:nvSpPr>
        <p:spPr>
          <a:xfrm>
            <a:off x="140400" y="1884950"/>
            <a:ext cx="11911200" cy="4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CONHECENDO A DISTRIBUIÇÃO</a:t>
            </a:r>
            <a:endParaRPr sz="6000">
              <a:solidFill>
                <a:srgbClr val="1641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1641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100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Administração, Controle, Conferência, Monitoramento e Roteirização</a:t>
            </a:r>
            <a:endParaRPr sz="6600">
              <a:solidFill>
                <a:srgbClr val="1641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3193814" y="741403"/>
            <a:ext cx="5804367" cy="936002"/>
            <a:chOff x="997276" y="741403"/>
            <a:chExt cx="5804367" cy="936002"/>
          </a:xfrm>
        </p:grpSpPr>
        <p:pic>
          <p:nvPicPr>
            <p:cNvPr id="89" name="Google Shape;89;p1"/>
            <p:cNvPicPr preferRelativeResize="0"/>
            <p:nvPr/>
          </p:nvPicPr>
          <p:blipFill rotWithShape="1">
            <a:blip r:embed="rId3">
              <a:alphaModFix/>
            </a:blip>
            <a:srcRect b="20754" l="6798" r="6922" t="20753"/>
            <a:stretch/>
          </p:blipFill>
          <p:spPr>
            <a:xfrm>
              <a:off x="3591098" y="741405"/>
              <a:ext cx="3210545" cy="93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1"/>
            <p:cNvPicPr preferRelativeResize="0"/>
            <p:nvPr/>
          </p:nvPicPr>
          <p:blipFill rotWithShape="1">
            <a:blip r:embed="rId4">
              <a:alphaModFix/>
            </a:blip>
            <a:srcRect b="20753" l="15914" r="13809" t="20753"/>
            <a:stretch/>
          </p:blipFill>
          <p:spPr>
            <a:xfrm>
              <a:off x="997276" y="741403"/>
              <a:ext cx="2400832" cy="9360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/>
          <p:nvPr/>
        </p:nvSpPr>
        <p:spPr>
          <a:xfrm>
            <a:off x="6664680" y="1509704"/>
            <a:ext cx="4904074" cy="4678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193"/>
              </a:buClr>
              <a:buSzPts val="1800"/>
              <a:buFont typeface="Century Gothic"/>
              <a:buNone/>
            </a:pPr>
            <a:r>
              <a:rPr b="1" i="0" lang="pt-BR" sz="1800" u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SUBTÍTULO 1</a:t>
            </a:r>
            <a:endParaRPr b="1" sz="1800">
              <a:solidFill>
                <a:srgbClr val="1641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1600"/>
              <a:buFont typeface="Arial"/>
              <a:buChar char="•"/>
            </a:pPr>
            <a:r>
              <a:rPr b="0" i="0" lang="pt-BR" sz="1600" u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Aqui você pode dividir seu texto </a:t>
            </a:r>
            <a:br>
              <a:rPr b="0" i="0" lang="pt-BR" sz="1600" u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pt-BR" sz="1600" u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 tópicos.</a:t>
            </a:r>
            <a:endParaRPr b="0" sz="1600">
              <a:solidFill>
                <a:srgbClr val="1641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1600"/>
              <a:buFont typeface="Arial"/>
              <a:buChar char="•"/>
            </a:pPr>
            <a:r>
              <a:rPr b="0" i="0" lang="pt-BR" sz="1600" u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Mas lembre-se de não sobrecarregar seus slides com conteúdo.</a:t>
            </a:r>
            <a:endParaRPr b="0" sz="1600">
              <a:solidFill>
                <a:srgbClr val="1641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193"/>
              </a:buClr>
              <a:buSzPts val="1800"/>
              <a:buFont typeface="Century Gothic"/>
              <a:buNone/>
            </a:pPr>
            <a:br>
              <a:rPr b="0" lang="pt-BR" sz="1800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i="0" lang="pt-BR" sz="1800" u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SUBTÍTULO 2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1800"/>
              <a:buFont typeface="Arial"/>
              <a:buChar char="•"/>
            </a:pPr>
            <a:r>
              <a:rPr b="0" i="0" lang="pt-BR" sz="1800" u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Aqui você pode dividir seu texto </a:t>
            </a:r>
            <a:br>
              <a:rPr b="0" i="0" lang="pt-BR" sz="1800" u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pt-BR" sz="1800" u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 tópicos.</a:t>
            </a:r>
            <a:endParaRPr b="0" sz="1800">
              <a:solidFill>
                <a:srgbClr val="1641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1800"/>
              <a:buFont typeface="Arial"/>
              <a:buChar char="•"/>
            </a:pPr>
            <a:r>
              <a:rPr b="0" i="0" lang="pt-BR" sz="1800" u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Mas lembre-se de não sobrecarregar seus slides com conteúdo.</a:t>
            </a:r>
            <a:endParaRPr b="0" sz="1800">
              <a:solidFill>
                <a:srgbClr val="1641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193"/>
              </a:buClr>
              <a:buSzPts val="1800"/>
              <a:buFont typeface="Century Gothic"/>
              <a:buNone/>
            </a:pPr>
            <a:br>
              <a:rPr b="0" lang="pt-BR" sz="1800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i="0" lang="pt-BR" sz="1800" u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SUBTÍTULO 3</a:t>
            </a:r>
            <a:endParaRPr b="1" sz="1800">
              <a:solidFill>
                <a:srgbClr val="1641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1800"/>
              <a:buFont typeface="Arial"/>
              <a:buChar char="•"/>
            </a:pPr>
            <a:r>
              <a:rPr b="0" i="0" lang="pt-BR" sz="1800" u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Aqui você pode dividir seu texto </a:t>
            </a:r>
            <a:br>
              <a:rPr b="0" i="0" lang="pt-BR" sz="1800" u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pt-BR" sz="1800" u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 tópicos.</a:t>
            </a:r>
            <a:endParaRPr b="0" sz="1800">
              <a:solidFill>
                <a:srgbClr val="1641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1800"/>
              <a:buFont typeface="Arial"/>
              <a:buChar char="•"/>
            </a:pPr>
            <a:r>
              <a:rPr b="0" i="0" lang="pt-BR" sz="1800" u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Mas lembre-se de não sobrecarregar seus slides com conteúdo.</a:t>
            </a:r>
            <a:endParaRPr b="0" sz="1800">
              <a:solidFill>
                <a:srgbClr val="1641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1212614" y="1803447"/>
            <a:ext cx="4127872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4400" u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Aqui pode ter uma  frase de efeito ou uma citação.</a:t>
            </a:r>
            <a:endParaRPr b="0" sz="4400">
              <a:solidFill>
                <a:srgbClr val="7F7F7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Fechar aspas com preenchimento sólido" id="98" name="Google Shape;9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5813" y="414031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pas de abertura com preenchimento sólido" id="99" name="Google Shape;9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844" y="141946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2977019" y="3482146"/>
            <a:ext cx="398835" cy="635287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/>
          <p:nvPr/>
        </p:nvSpPr>
        <p:spPr>
          <a:xfrm>
            <a:off x="5933872" y="1419460"/>
            <a:ext cx="587487" cy="587487"/>
          </a:xfrm>
          <a:prstGeom prst="ellipse">
            <a:avLst/>
          </a:prstGeom>
          <a:solidFill>
            <a:srgbClr val="008A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933872" y="2936975"/>
            <a:ext cx="587487" cy="587487"/>
          </a:xfrm>
          <a:prstGeom prst="ellipse">
            <a:avLst/>
          </a:prstGeom>
          <a:solidFill>
            <a:srgbClr val="008A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933872" y="4590677"/>
            <a:ext cx="587487" cy="587487"/>
          </a:xfrm>
          <a:prstGeom prst="ellipse">
            <a:avLst/>
          </a:prstGeom>
          <a:solidFill>
            <a:srgbClr val="008A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áfico de barras com tendência ascendente estrutura de tópicos" id="104" name="Google Shape;10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98186" y="1480518"/>
            <a:ext cx="466928" cy="4669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guir estrutura de tópicos" id="105" name="Google Shape;105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30092" y="2918834"/>
            <a:ext cx="587487" cy="587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xar estrutura de tópicos" id="106" name="Google Shape;10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6250" y="4588561"/>
            <a:ext cx="564267" cy="5642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4"/>
          <p:cNvGrpSpPr/>
          <p:nvPr/>
        </p:nvGrpSpPr>
        <p:grpSpPr>
          <a:xfrm>
            <a:off x="8979074" y="583272"/>
            <a:ext cx="2317519" cy="373719"/>
            <a:chOff x="997276" y="741403"/>
            <a:chExt cx="5804367" cy="936002"/>
          </a:xfrm>
        </p:grpSpPr>
        <p:pic>
          <p:nvPicPr>
            <p:cNvPr id="108" name="Google Shape;108;p4"/>
            <p:cNvPicPr preferRelativeResize="0"/>
            <p:nvPr/>
          </p:nvPicPr>
          <p:blipFill rotWithShape="1">
            <a:blip r:embed="rId9">
              <a:alphaModFix/>
            </a:blip>
            <a:srcRect b="20754" l="6798" r="6922" t="20753"/>
            <a:stretch/>
          </p:blipFill>
          <p:spPr>
            <a:xfrm>
              <a:off x="3591098" y="741405"/>
              <a:ext cx="3210545" cy="93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4"/>
            <p:cNvPicPr preferRelativeResize="0"/>
            <p:nvPr/>
          </p:nvPicPr>
          <p:blipFill rotWithShape="1">
            <a:blip r:embed="rId10">
              <a:alphaModFix/>
            </a:blip>
            <a:srcRect b="20753" l="15914" r="13809" t="20753"/>
            <a:stretch/>
          </p:blipFill>
          <p:spPr>
            <a:xfrm>
              <a:off x="997276" y="741403"/>
              <a:ext cx="2400832" cy="9360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/>
        </p:nvSpPr>
        <p:spPr>
          <a:xfrm>
            <a:off x="997276" y="5021907"/>
            <a:ext cx="9956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/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5404" y="531909"/>
            <a:ext cx="1432533" cy="67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970" y="0"/>
            <a:ext cx="430547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3"/>
          <p:cNvGrpSpPr/>
          <p:nvPr/>
        </p:nvGrpSpPr>
        <p:grpSpPr>
          <a:xfrm>
            <a:off x="8979074" y="583272"/>
            <a:ext cx="2317519" cy="373719"/>
            <a:chOff x="997276" y="741403"/>
            <a:chExt cx="5804367" cy="936002"/>
          </a:xfrm>
        </p:grpSpPr>
        <p:pic>
          <p:nvPicPr>
            <p:cNvPr id="119" name="Google Shape;119;p3"/>
            <p:cNvPicPr preferRelativeResize="0"/>
            <p:nvPr/>
          </p:nvPicPr>
          <p:blipFill rotWithShape="1">
            <a:blip r:embed="rId5">
              <a:alphaModFix/>
            </a:blip>
            <a:srcRect b="20754" l="6798" r="6922" t="20753"/>
            <a:stretch/>
          </p:blipFill>
          <p:spPr>
            <a:xfrm>
              <a:off x="3591098" y="741405"/>
              <a:ext cx="3210545" cy="93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3"/>
            <p:cNvPicPr preferRelativeResize="0"/>
            <p:nvPr/>
          </p:nvPicPr>
          <p:blipFill rotWithShape="1">
            <a:blip r:embed="rId6">
              <a:alphaModFix/>
            </a:blip>
            <a:srcRect b="20753" l="15914" r="13809" t="20753"/>
            <a:stretch/>
          </p:blipFill>
          <p:spPr>
            <a:xfrm>
              <a:off x="997276" y="741403"/>
              <a:ext cx="2400832" cy="9360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1" name="Google Shape;121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73850" y="1202900"/>
            <a:ext cx="6674475" cy="50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"/>
          <p:cNvSpPr txBox="1"/>
          <p:nvPr/>
        </p:nvSpPr>
        <p:spPr>
          <a:xfrm>
            <a:off x="1099687" y="1888765"/>
            <a:ext cx="46809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2000"/>
              <a:buChar char="•"/>
            </a:pPr>
            <a:r>
              <a:rPr b="1" lang="pt-BR" sz="2000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Logística de Suprimento</a:t>
            </a:r>
            <a:endParaRPr b="1" sz="2000">
              <a:solidFill>
                <a:srgbClr val="1641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Fornece MP e componentes para a manufatura</a:t>
            </a:r>
            <a:endParaRPr sz="2000">
              <a:solidFill>
                <a:srgbClr val="1641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641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2000"/>
              <a:buChar char="•"/>
            </a:pPr>
            <a:r>
              <a:rPr b="1" lang="pt-BR" sz="2000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Logística</a:t>
            </a:r>
            <a:r>
              <a:rPr b="1" lang="pt-BR" sz="2000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Distribuição</a:t>
            </a:r>
            <a:endParaRPr b="1" sz="2000">
              <a:solidFill>
                <a:srgbClr val="1641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Distribui os produtos da manufatura até os clientes</a:t>
            </a:r>
            <a:endParaRPr sz="2000">
              <a:solidFill>
                <a:srgbClr val="1641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895407" y="434632"/>
            <a:ext cx="7587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193"/>
              </a:buClr>
              <a:buSzPts val="3600"/>
              <a:buFont typeface="Century Gothic"/>
              <a:buNone/>
            </a:pPr>
            <a:r>
              <a:rPr lang="pt-BR" sz="3600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Inbound Logistics e Outbound Logistics</a:t>
            </a:r>
            <a:endParaRPr sz="1800">
              <a:solidFill>
                <a:srgbClr val="1641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8" name="Google Shape;1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970" y="0"/>
            <a:ext cx="430547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2"/>
          <p:cNvGrpSpPr/>
          <p:nvPr/>
        </p:nvGrpSpPr>
        <p:grpSpPr>
          <a:xfrm>
            <a:off x="8979074" y="583272"/>
            <a:ext cx="2317519" cy="373719"/>
            <a:chOff x="997276" y="741403"/>
            <a:chExt cx="5804367" cy="936002"/>
          </a:xfrm>
        </p:grpSpPr>
        <p:pic>
          <p:nvPicPr>
            <p:cNvPr id="130" name="Google Shape;130;p2"/>
            <p:cNvPicPr preferRelativeResize="0"/>
            <p:nvPr/>
          </p:nvPicPr>
          <p:blipFill rotWithShape="1">
            <a:blip r:embed="rId4">
              <a:alphaModFix/>
            </a:blip>
            <a:srcRect b="20754" l="6798" r="6922" t="20753"/>
            <a:stretch/>
          </p:blipFill>
          <p:spPr>
            <a:xfrm>
              <a:off x="3591098" y="741405"/>
              <a:ext cx="3210545" cy="93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2"/>
            <p:cNvPicPr preferRelativeResize="0"/>
            <p:nvPr/>
          </p:nvPicPr>
          <p:blipFill rotWithShape="1">
            <a:blip r:embed="rId5">
              <a:alphaModFix/>
            </a:blip>
            <a:srcRect b="20753" l="15914" r="13809" t="20753"/>
            <a:stretch/>
          </p:blipFill>
          <p:spPr>
            <a:xfrm>
              <a:off x="997276" y="741403"/>
              <a:ext cx="2400832" cy="9360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2" name="Google Shape;132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94150" y="1241600"/>
            <a:ext cx="6456950" cy="532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g3f8d3c3fd6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5404" y="531909"/>
            <a:ext cx="1432532" cy="67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f8d3c3fd6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970" y="0"/>
            <a:ext cx="430547" cy="68579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g3f8d3c3fd60_0_0"/>
          <p:cNvGrpSpPr/>
          <p:nvPr/>
        </p:nvGrpSpPr>
        <p:grpSpPr>
          <a:xfrm>
            <a:off x="8979102" y="583293"/>
            <a:ext cx="2317683" cy="373745"/>
            <a:chOff x="997276" y="741403"/>
            <a:chExt cx="5804366" cy="936002"/>
          </a:xfrm>
        </p:grpSpPr>
        <p:pic>
          <p:nvPicPr>
            <p:cNvPr id="141" name="Google Shape;141;g3f8d3c3fd60_0_0"/>
            <p:cNvPicPr preferRelativeResize="0"/>
            <p:nvPr/>
          </p:nvPicPr>
          <p:blipFill rotWithShape="1">
            <a:blip r:embed="rId5">
              <a:alphaModFix/>
            </a:blip>
            <a:srcRect b="20753" l="6799" r="6920" t="20753"/>
            <a:stretch/>
          </p:blipFill>
          <p:spPr>
            <a:xfrm>
              <a:off x="3591098" y="741405"/>
              <a:ext cx="3210544" cy="93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g3f8d3c3fd60_0_0"/>
            <p:cNvPicPr preferRelativeResize="0"/>
            <p:nvPr/>
          </p:nvPicPr>
          <p:blipFill rotWithShape="1">
            <a:blip r:embed="rId6">
              <a:alphaModFix/>
            </a:blip>
            <a:srcRect b="20753" l="15911" r="13810" t="20753"/>
            <a:stretch/>
          </p:blipFill>
          <p:spPr>
            <a:xfrm>
              <a:off x="997276" y="741403"/>
              <a:ext cx="2400830" cy="9360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3" name="Google Shape;143;g3f8d3c3fd60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2725" y="146950"/>
            <a:ext cx="7700225" cy="661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4193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 txBox="1"/>
          <p:nvPr/>
        </p:nvSpPr>
        <p:spPr>
          <a:xfrm>
            <a:off x="5792920" y="3558457"/>
            <a:ext cx="278358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sng" strike="noStrike">
                <a:solidFill>
                  <a:srgbClr val="52AE32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sesisc.org.br/</a:t>
            </a:r>
            <a:endParaRPr b="1" i="0" sz="1400" u="sng" strike="noStrike">
              <a:solidFill>
                <a:srgbClr val="52AE3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0" name="Google Shape;1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6206" y="3599534"/>
            <a:ext cx="2044700" cy="266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5"/>
          <p:cNvGrpSpPr/>
          <p:nvPr/>
        </p:nvGrpSpPr>
        <p:grpSpPr>
          <a:xfrm>
            <a:off x="1396909" y="3152101"/>
            <a:ext cx="3479046" cy="553798"/>
            <a:chOff x="3616379" y="1741465"/>
            <a:chExt cx="3479046" cy="553798"/>
          </a:xfrm>
        </p:grpSpPr>
        <p:pic>
          <p:nvPicPr>
            <p:cNvPr id="152" name="Google Shape;152;p5"/>
            <p:cNvPicPr preferRelativeResize="0"/>
            <p:nvPr/>
          </p:nvPicPr>
          <p:blipFill rotWithShape="1">
            <a:blip r:embed="rId5">
              <a:alphaModFix/>
            </a:blip>
            <a:srcRect b="20754" l="6798" r="6922" t="20753"/>
            <a:stretch/>
          </p:blipFill>
          <p:spPr>
            <a:xfrm>
              <a:off x="5195428" y="1741465"/>
              <a:ext cx="1899997" cy="5537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5"/>
            <p:cNvPicPr preferRelativeResize="0"/>
            <p:nvPr/>
          </p:nvPicPr>
          <p:blipFill rotWithShape="1">
            <a:blip r:embed="rId6">
              <a:alphaModFix/>
            </a:blip>
            <a:srcRect b="20753" l="15914" r="13809" t="20753"/>
            <a:stretch/>
          </p:blipFill>
          <p:spPr>
            <a:xfrm>
              <a:off x="3616379" y="1741465"/>
              <a:ext cx="1420810" cy="5537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5"/>
          <p:cNvSpPr txBox="1"/>
          <p:nvPr/>
        </p:nvSpPr>
        <p:spPr>
          <a:xfrm>
            <a:off x="5792920" y="2314659"/>
            <a:ext cx="4450831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/>
              <a:buNone/>
            </a:pPr>
            <a:r>
              <a:rPr b="0" i="0" lang="pt-BR" sz="1400" u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Rodovia Admar Gonzaga, 2765 | Itacorubi</a:t>
            </a:r>
            <a:endParaRPr b="0"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88034-001 | Florianópolis – SC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0800 048 1212 | </a:t>
            </a:r>
            <a:r>
              <a:rPr lang="pt-BR" sz="1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faleconosco@fiesc.com.br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5790620" y="4031620"/>
            <a:ext cx="133923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1400"/>
              <a:buFont typeface="Century Gothic"/>
              <a:buNone/>
            </a:pPr>
            <a:r>
              <a:rPr b="1" i="0" lang="pt-BR" sz="1400" u="sng" strike="noStrike">
                <a:solidFill>
                  <a:srgbClr val="E8490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sc.senai.br/</a:t>
            </a:r>
            <a:endParaRPr sz="14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56" name="Google Shape;156;p5"/>
          <p:cNvGrpSpPr/>
          <p:nvPr/>
        </p:nvGrpSpPr>
        <p:grpSpPr>
          <a:xfrm>
            <a:off x="7262971" y="4107718"/>
            <a:ext cx="1362444" cy="262469"/>
            <a:chOff x="6096095" y="4459200"/>
            <a:chExt cx="1362444" cy="262469"/>
          </a:xfrm>
        </p:grpSpPr>
        <p:sp>
          <p:nvSpPr>
            <p:cNvPr id="157" name="Google Shape;157;p5"/>
            <p:cNvSpPr/>
            <p:nvPr/>
          </p:nvSpPr>
          <p:spPr>
            <a:xfrm>
              <a:off x="6832767" y="4459200"/>
              <a:ext cx="271422" cy="262469"/>
            </a:xfrm>
            <a:custGeom>
              <a:rect b="b" l="l" r="r" t="t"/>
              <a:pathLst>
                <a:path extrusionOk="0" h="262469" w="271422">
                  <a:moveTo>
                    <a:pt x="221018" y="186690"/>
                  </a:moveTo>
                  <a:lnTo>
                    <a:pt x="184023" y="186690"/>
                  </a:lnTo>
                  <a:lnTo>
                    <a:pt x="184023" y="129763"/>
                  </a:lnTo>
                  <a:lnTo>
                    <a:pt x="182977" y="125349"/>
                  </a:lnTo>
                  <a:lnTo>
                    <a:pt x="181455" y="121946"/>
                  </a:lnTo>
                  <a:lnTo>
                    <a:pt x="179458" y="118544"/>
                  </a:lnTo>
                  <a:lnTo>
                    <a:pt x="176985" y="116152"/>
                  </a:lnTo>
                  <a:lnTo>
                    <a:pt x="173467" y="114221"/>
                  </a:lnTo>
                  <a:lnTo>
                    <a:pt x="169948" y="112290"/>
                  </a:lnTo>
                  <a:lnTo>
                    <a:pt x="161484" y="112290"/>
                  </a:lnTo>
                  <a:lnTo>
                    <a:pt x="159011" y="113302"/>
                  </a:lnTo>
                  <a:lnTo>
                    <a:pt x="153495" y="116244"/>
                  </a:lnTo>
                  <a:lnTo>
                    <a:pt x="149976" y="120659"/>
                  </a:lnTo>
                  <a:lnTo>
                    <a:pt x="147979" y="125073"/>
                  </a:lnTo>
                  <a:lnTo>
                    <a:pt x="147504" y="128476"/>
                  </a:lnTo>
                  <a:lnTo>
                    <a:pt x="147504" y="186782"/>
                  </a:lnTo>
                  <a:lnTo>
                    <a:pt x="110509" y="186782"/>
                  </a:lnTo>
                  <a:lnTo>
                    <a:pt x="110509" y="86172"/>
                  </a:lnTo>
                  <a:lnTo>
                    <a:pt x="147504" y="86172"/>
                  </a:lnTo>
                  <a:lnTo>
                    <a:pt x="147504" y="102174"/>
                  </a:lnTo>
                  <a:lnTo>
                    <a:pt x="147979" y="99231"/>
                  </a:lnTo>
                  <a:lnTo>
                    <a:pt x="149976" y="96840"/>
                  </a:lnTo>
                  <a:lnTo>
                    <a:pt x="153495" y="94449"/>
                  </a:lnTo>
                  <a:lnTo>
                    <a:pt x="157014" y="91506"/>
                  </a:lnTo>
                  <a:lnTo>
                    <a:pt x="161484" y="89115"/>
                  </a:lnTo>
                  <a:lnTo>
                    <a:pt x="167000" y="87183"/>
                  </a:lnTo>
                  <a:lnTo>
                    <a:pt x="173467" y="86172"/>
                  </a:lnTo>
                  <a:lnTo>
                    <a:pt x="179458" y="85712"/>
                  </a:lnTo>
                  <a:lnTo>
                    <a:pt x="187447" y="86172"/>
                  </a:lnTo>
                  <a:lnTo>
                    <a:pt x="195911" y="88103"/>
                  </a:lnTo>
                  <a:lnTo>
                    <a:pt x="202948" y="91506"/>
                  </a:lnTo>
                  <a:lnTo>
                    <a:pt x="209415" y="96840"/>
                  </a:lnTo>
                  <a:lnTo>
                    <a:pt x="213885" y="103185"/>
                  </a:lnTo>
                  <a:lnTo>
                    <a:pt x="218355" y="111002"/>
                  </a:lnTo>
                  <a:lnTo>
                    <a:pt x="219877" y="120751"/>
                  </a:lnTo>
                  <a:lnTo>
                    <a:pt x="220923" y="130959"/>
                  </a:lnTo>
                  <a:lnTo>
                    <a:pt x="220923" y="186874"/>
                  </a:lnTo>
                  <a:close/>
                  <a:moveTo>
                    <a:pt x="72944" y="73940"/>
                  </a:moveTo>
                  <a:lnTo>
                    <a:pt x="72944" y="73940"/>
                  </a:lnTo>
                  <a:lnTo>
                    <a:pt x="68949" y="73480"/>
                  </a:lnTo>
                  <a:lnTo>
                    <a:pt x="64479" y="72469"/>
                  </a:lnTo>
                  <a:lnTo>
                    <a:pt x="62007" y="70538"/>
                  </a:lnTo>
                  <a:lnTo>
                    <a:pt x="58488" y="69066"/>
                  </a:lnTo>
                  <a:lnTo>
                    <a:pt x="56491" y="66123"/>
                  </a:lnTo>
                  <a:lnTo>
                    <a:pt x="54969" y="63732"/>
                  </a:lnTo>
                  <a:lnTo>
                    <a:pt x="53923" y="60329"/>
                  </a:lnTo>
                  <a:lnTo>
                    <a:pt x="53923" y="53064"/>
                  </a:lnTo>
                  <a:lnTo>
                    <a:pt x="54969" y="49661"/>
                  </a:lnTo>
                  <a:lnTo>
                    <a:pt x="56491" y="47270"/>
                  </a:lnTo>
                  <a:lnTo>
                    <a:pt x="59534" y="44327"/>
                  </a:lnTo>
                  <a:lnTo>
                    <a:pt x="62007" y="41936"/>
                  </a:lnTo>
                  <a:lnTo>
                    <a:pt x="65525" y="40005"/>
                  </a:lnTo>
                  <a:lnTo>
                    <a:pt x="69044" y="38993"/>
                  </a:lnTo>
                  <a:lnTo>
                    <a:pt x="78079" y="38993"/>
                  </a:lnTo>
                  <a:lnTo>
                    <a:pt x="81598" y="40005"/>
                  </a:lnTo>
                  <a:lnTo>
                    <a:pt x="85592" y="41936"/>
                  </a:lnTo>
                  <a:lnTo>
                    <a:pt x="88065" y="44327"/>
                  </a:lnTo>
                  <a:lnTo>
                    <a:pt x="90062" y="47270"/>
                  </a:lnTo>
                  <a:lnTo>
                    <a:pt x="91584" y="49661"/>
                  </a:lnTo>
                  <a:lnTo>
                    <a:pt x="92630" y="53064"/>
                  </a:lnTo>
                  <a:lnTo>
                    <a:pt x="93676" y="56467"/>
                  </a:lnTo>
                  <a:lnTo>
                    <a:pt x="92630" y="60329"/>
                  </a:lnTo>
                  <a:lnTo>
                    <a:pt x="91584" y="63732"/>
                  </a:lnTo>
                  <a:lnTo>
                    <a:pt x="90062" y="66123"/>
                  </a:lnTo>
                  <a:lnTo>
                    <a:pt x="88065" y="69066"/>
                  </a:lnTo>
                  <a:lnTo>
                    <a:pt x="85592" y="70538"/>
                  </a:lnTo>
                  <a:lnTo>
                    <a:pt x="81598" y="72469"/>
                  </a:lnTo>
                  <a:lnTo>
                    <a:pt x="77128" y="73480"/>
                  </a:lnTo>
                  <a:lnTo>
                    <a:pt x="73134" y="73940"/>
                  </a:lnTo>
                  <a:close/>
                  <a:moveTo>
                    <a:pt x="90442" y="186690"/>
                  </a:moveTo>
                  <a:lnTo>
                    <a:pt x="57442" y="186690"/>
                  </a:lnTo>
                  <a:lnTo>
                    <a:pt x="57442" y="86080"/>
                  </a:lnTo>
                  <a:lnTo>
                    <a:pt x="90442" y="86080"/>
                  </a:lnTo>
                  <a:lnTo>
                    <a:pt x="90442" y="186690"/>
                  </a:lnTo>
                  <a:close/>
                  <a:moveTo>
                    <a:pt x="135521" y="0"/>
                  </a:moveTo>
                  <a:lnTo>
                    <a:pt x="122016" y="0"/>
                  </a:lnTo>
                  <a:lnTo>
                    <a:pt x="108512" y="2391"/>
                  </a:lnTo>
                  <a:lnTo>
                    <a:pt x="95007" y="4782"/>
                  </a:lnTo>
                  <a:lnTo>
                    <a:pt x="82549" y="10116"/>
                  </a:lnTo>
                  <a:lnTo>
                    <a:pt x="71041" y="15450"/>
                  </a:lnTo>
                  <a:lnTo>
                    <a:pt x="60010" y="21796"/>
                  </a:lnTo>
                  <a:lnTo>
                    <a:pt x="49548" y="29613"/>
                  </a:lnTo>
                  <a:lnTo>
                    <a:pt x="39563" y="38350"/>
                  </a:lnTo>
                  <a:lnTo>
                    <a:pt x="31574" y="47546"/>
                  </a:lnTo>
                  <a:lnTo>
                    <a:pt x="23585" y="57295"/>
                  </a:lnTo>
                  <a:lnTo>
                    <a:pt x="16072" y="68974"/>
                  </a:lnTo>
                  <a:lnTo>
                    <a:pt x="11032" y="80194"/>
                  </a:lnTo>
                  <a:lnTo>
                    <a:pt x="6562" y="92333"/>
                  </a:lnTo>
                  <a:lnTo>
                    <a:pt x="2568" y="104473"/>
                  </a:lnTo>
                  <a:lnTo>
                    <a:pt x="1046" y="117624"/>
                  </a:lnTo>
                  <a:lnTo>
                    <a:pt x="0" y="131695"/>
                  </a:lnTo>
                  <a:lnTo>
                    <a:pt x="1046" y="144846"/>
                  </a:lnTo>
                  <a:lnTo>
                    <a:pt x="2568" y="157997"/>
                  </a:lnTo>
                  <a:lnTo>
                    <a:pt x="6562" y="170136"/>
                  </a:lnTo>
                  <a:lnTo>
                    <a:pt x="11032" y="182276"/>
                  </a:lnTo>
                  <a:lnTo>
                    <a:pt x="16072" y="193495"/>
                  </a:lnTo>
                  <a:lnTo>
                    <a:pt x="23585" y="205175"/>
                  </a:lnTo>
                  <a:lnTo>
                    <a:pt x="31574" y="214923"/>
                  </a:lnTo>
                  <a:lnTo>
                    <a:pt x="39563" y="224120"/>
                  </a:lnTo>
                  <a:lnTo>
                    <a:pt x="49548" y="232857"/>
                  </a:lnTo>
                  <a:lnTo>
                    <a:pt x="60010" y="240674"/>
                  </a:lnTo>
                  <a:lnTo>
                    <a:pt x="71041" y="247019"/>
                  </a:lnTo>
                  <a:lnTo>
                    <a:pt x="82549" y="252353"/>
                  </a:lnTo>
                  <a:lnTo>
                    <a:pt x="95007" y="257687"/>
                  </a:lnTo>
                  <a:lnTo>
                    <a:pt x="108512" y="260078"/>
                  </a:lnTo>
                  <a:lnTo>
                    <a:pt x="122016" y="262470"/>
                  </a:lnTo>
                  <a:lnTo>
                    <a:pt x="149976" y="262470"/>
                  </a:lnTo>
                  <a:lnTo>
                    <a:pt x="162435" y="260078"/>
                  </a:lnTo>
                  <a:lnTo>
                    <a:pt x="175939" y="257687"/>
                  </a:lnTo>
                  <a:lnTo>
                    <a:pt x="188398" y="252353"/>
                  </a:lnTo>
                  <a:lnTo>
                    <a:pt x="200381" y="247019"/>
                  </a:lnTo>
                  <a:lnTo>
                    <a:pt x="210842" y="240674"/>
                  </a:lnTo>
                  <a:lnTo>
                    <a:pt x="221874" y="232857"/>
                  </a:lnTo>
                  <a:lnTo>
                    <a:pt x="231384" y="224120"/>
                  </a:lnTo>
                  <a:lnTo>
                    <a:pt x="239848" y="214923"/>
                  </a:lnTo>
                  <a:lnTo>
                    <a:pt x="247837" y="205175"/>
                  </a:lnTo>
                  <a:lnTo>
                    <a:pt x="254874" y="193495"/>
                  </a:lnTo>
                  <a:lnTo>
                    <a:pt x="260390" y="182276"/>
                  </a:lnTo>
                  <a:lnTo>
                    <a:pt x="264860" y="170136"/>
                  </a:lnTo>
                  <a:lnTo>
                    <a:pt x="268379" y="157997"/>
                  </a:lnTo>
                  <a:lnTo>
                    <a:pt x="270376" y="144846"/>
                  </a:lnTo>
                  <a:lnTo>
                    <a:pt x="271422" y="131695"/>
                  </a:lnTo>
                  <a:lnTo>
                    <a:pt x="270376" y="117624"/>
                  </a:lnTo>
                  <a:lnTo>
                    <a:pt x="268379" y="104473"/>
                  </a:lnTo>
                  <a:lnTo>
                    <a:pt x="264860" y="92333"/>
                  </a:lnTo>
                  <a:lnTo>
                    <a:pt x="260390" y="80194"/>
                  </a:lnTo>
                  <a:lnTo>
                    <a:pt x="254874" y="68974"/>
                  </a:lnTo>
                  <a:lnTo>
                    <a:pt x="247837" y="57295"/>
                  </a:lnTo>
                  <a:lnTo>
                    <a:pt x="239848" y="47546"/>
                  </a:lnTo>
                  <a:lnTo>
                    <a:pt x="231384" y="38350"/>
                  </a:lnTo>
                  <a:lnTo>
                    <a:pt x="221874" y="29613"/>
                  </a:lnTo>
                  <a:lnTo>
                    <a:pt x="210842" y="21796"/>
                  </a:lnTo>
                  <a:lnTo>
                    <a:pt x="200381" y="15450"/>
                  </a:lnTo>
                  <a:lnTo>
                    <a:pt x="188398" y="10116"/>
                  </a:lnTo>
                  <a:lnTo>
                    <a:pt x="175939" y="4782"/>
                  </a:lnTo>
                  <a:lnTo>
                    <a:pt x="162435" y="2391"/>
                  </a:lnTo>
                  <a:lnTo>
                    <a:pt x="149976" y="0"/>
                  </a:lnTo>
                  <a:lnTo>
                    <a:pt x="1355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6096095" y="4459475"/>
              <a:ext cx="270946" cy="262009"/>
            </a:xfrm>
            <a:custGeom>
              <a:rect b="b" l="l" r="r" t="t"/>
              <a:pathLst>
                <a:path extrusionOk="0" h="262009" w="270946">
                  <a:moveTo>
                    <a:pt x="172040" y="130499"/>
                  </a:moveTo>
                  <a:lnTo>
                    <a:pt x="147409" y="130499"/>
                  </a:lnTo>
                  <a:lnTo>
                    <a:pt x="147409" y="211521"/>
                  </a:lnTo>
                  <a:lnTo>
                    <a:pt x="113267" y="211521"/>
                  </a:lnTo>
                  <a:lnTo>
                    <a:pt x="113267" y="130499"/>
                  </a:lnTo>
                  <a:lnTo>
                    <a:pt x="96244" y="130499"/>
                  </a:lnTo>
                  <a:lnTo>
                    <a:pt x="96244" y="101898"/>
                  </a:lnTo>
                  <a:lnTo>
                    <a:pt x="113267" y="101898"/>
                  </a:lnTo>
                  <a:lnTo>
                    <a:pt x="113267" y="78079"/>
                  </a:lnTo>
                  <a:lnTo>
                    <a:pt x="114313" y="72285"/>
                  </a:lnTo>
                  <a:lnTo>
                    <a:pt x="116786" y="66951"/>
                  </a:lnTo>
                  <a:lnTo>
                    <a:pt x="119829" y="60605"/>
                  </a:lnTo>
                  <a:lnTo>
                    <a:pt x="124299" y="56283"/>
                  </a:lnTo>
                  <a:lnTo>
                    <a:pt x="130290" y="52880"/>
                  </a:lnTo>
                  <a:lnTo>
                    <a:pt x="138279" y="50489"/>
                  </a:lnTo>
                  <a:lnTo>
                    <a:pt x="148360" y="49477"/>
                  </a:lnTo>
                  <a:lnTo>
                    <a:pt x="174418" y="49477"/>
                  </a:lnTo>
                  <a:lnTo>
                    <a:pt x="174418" y="77619"/>
                  </a:lnTo>
                  <a:lnTo>
                    <a:pt x="152829" y="77619"/>
                  </a:lnTo>
                  <a:lnTo>
                    <a:pt x="150357" y="78079"/>
                  </a:lnTo>
                  <a:lnTo>
                    <a:pt x="148360" y="81022"/>
                  </a:lnTo>
                  <a:lnTo>
                    <a:pt x="147314" y="85344"/>
                  </a:lnTo>
                  <a:lnTo>
                    <a:pt x="147314" y="101806"/>
                  </a:lnTo>
                  <a:lnTo>
                    <a:pt x="174418" y="101806"/>
                  </a:lnTo>
                  <a:lnTo>
                    <a:pt x="171945" y="130407"/>
                  </a:lnTo>
                  <a:close/>
                  <a:moveTo>
                    <a:pt x="135901" y="0"/>
                  </a:moveTo>
                  <a:lnTo>
                    <a:pt x="121351" y="0"/>
                  </a:lnTo>
                  <a:lnTo>
                    <a:pt x="107846" y="2391"/>
                  </a:lnTo>
                  <a:lnTo>
                    <a:pt x="95293" y="4782"/>
                  </a:lnTo>
                  <a:lnTo>
                    <a:pt x="82739" y="10116"/>
                  </a:lnTo>
                  <a:lnTo>
                    <a:pt x="71232" y="15450"/>
                  </a:lnTo>
                  <a:lnTo>
                    <a:pt x="59154" y="21796"/>
                  </a:lnTo>
                  <a:lnTo>
                    <a:pt x="49073" y="29521"/>
                  </a:lnTo>
                  <a:lnTo>
                    <a:pt x="39563" y="38258"/>
                  </a:lnTo>
                  <a:lnTo>
                    <a:pt x="30528" y="47454"/>
                  </a:lnTo>
                  <a:lnTo>
                    <a:pt x="23015" y="57203"/>
                  </a:lnTo>
                  <a:lnTo>
                    <a:pt x="15977" y="68882"/>
                  </a:lnTo>
                  <a:lnTo>
                    <a:pt x="10461" y="80010"/>
                  </a:lnTo>
                  <a:lnTo>
                    <a:pt x="5991" y="92149"/>
                  </a:lnTo>
                  <a:lnTo>
                    <a:pt x="2473" y="104289"/>
                  </a:lnTo>
                  <a:lnTo>
                    <a:pt x="476" y="117440"/>
                  </a:lnTo>
                  <a:lnTo>
                    <a:pt x="0" y="131511"/>
                  </a:lnTo>
                  <a:lnTo>
                    <a:pt x="476" y="144570"/>
                  </a:lnTo>
                  <a:lnTo>
                    <a:pt x="2473" y="157721"/>
                  </a:lnTo>
                  <a:lnTo>
                    <a:pt x="5991" y="169860"/>
                  </a:lnTo>
                  <a:lnTo>
                    <a:pt x="10461" y="182000"/>
                  </a:lnTo>
                  <a:lnTo>
                    <a:pt x="15977" y="193128"/>
                  </a:lnTo>
                  <a:lnTo>
                    <a:pt x="23015" y="204807"/>
                  </a:lnTo>
                  <a:lnTo>
                    <a:pt x="30528" y="214556"/>
                  </a:lnTo>
                  <a:lnTo>
                    <a:pt x="39563" y="223752"/>
                  </a:lnTo>
                  <a:lnTo>
                    <a:pt x="49073" y="232489"/>
                  </a:lnTo>
                  <a:lnTo>
                    <a:pt x="59154" y="240214"/>
                  </a:lnTo>
                  <a:lnTo>
                    <a:pt x="71232" y="246560"/>
                  </a:lnTo>
                  <a:lnTo>
                    <a:pt x="82739" y="251894"/>
                  </a:lnTo>
                  <a:lnTo>
                    <a:pt x="95293" y="257228"/>
                  </a:lnTo>
                  <a:lnTo>
                    <a:pt x="107846" y="259619"/>
                  </a:lnTo>
                  <a:lnTo>
                    <a:pt x="121351" y="262010"/>
                  </a:lnTo>
                  <a:lnTo>
                    <a:pt x="149501" y="262010"/>
                  </a:lnTo>
                  <a:lnTo>
                    <a:pt x="163005" y="259619"/>
                  </a:lnTo>
                  <a:lnTo>
                    <a:pt x="176605" y="257228"/>
                  </a:lnTo>
                  <a:lnTo>
                    <a:pt x="188112" y="251894"/>
                  </a:lnTo>
                  <a:lnTo>
                    <a:pt x="200666" y="246560"/>
                  </a:lnTo>
                  <a:lnTo>
                    <a:pt x="211698" y="240214"/>
                  </a:lnTo>
                  <a:lnTo>
                    <a:pt x="222254" y="232489"/>
                  </a:lnTo>
                  <a:lnTo>
                    <a:pt x="231289" y="223752"/>
                  </a:lnTo>
                  <a:lnTo>
                    <a:pt x="240324" y="214556"/>
                  </a:lnTo>
                  <a:lnTo>
                    <a:pt x="248312" y="204807"/>
                  </a:lnTo>
                  <a:lnTo>
                    <a:pt x="254874" y="193128"/>
                  </a:lnTo>
                  <a:lnTo>
                    <a:pt x="261436" y="182000"/>
                  </a:lnTo>
                  <a:lnTo>
                    <a:pt x="266001" y="169860"/>
                  </a:lnTo>
                  <a:lnTo>
                    <a:pt x="268474" y="157721"/>
                  </a:lnTo>
                  <a:lnTo>
                    <a:pt x="270947" y="144570"/>
                  </a:lnTo>
                  <a:lnTo>
                    <a:pt x="270947" y="117348"/>
                  </a:lnTo>
                  <a:lnTo>
                    <a:pt x="268474" y="104197"/>
                  </a:lnTo>
                  <a:lnTo>
                    <a:pt x="266001" y="92057"/>
                  </a:lnTo>
                  <a:lnTo>
                    <a:pt x="261436" y="79918"/>
                  </a:lnTo>
                  <a:lnTo>
                    <a:pt x="254874" y="68790"/>
                  </a:lnTo>
                  <a:lnTo>
                    <a:pt x="248312" y="57111"/>
                  </a:lnTo>
                  <a:lnTo>
                    <a:pt x="240324" y="47362"/>
                  </a:lnTo>
                  <a:lnTo>
                    <a:pt x="231289" y="38166"/>
                  </a:lnTo>
                  <a:lnTo>
                    <a:pt x="222254" y="29429"/>
                  </a:lnTo>
                  <a:lnTo>
                    <a:pt x="211698" y="21704"/>
                  </a:lnTo>
                  <a:lnTo>
                    <a:pt x="200666" y="15358"/>
                  </a:lnTo>
                  <a:lnTo>
                    <a:pt x="188112" y="10024"/>
                  </a:lnTo>
                  <a:lnTo>
                    <a:pt x="176605" y="4690"/>
                  </a:lnTo>
                  <a:lnTo>
                    <a:pt x="163005" y="2299"/>
                  </a:lnTo>
                  <a:lnTo>
                    <a:pt x="149501" y="0"/>
                  </a:lnTo>
                  <a:lnTo>
                    <a:pt x="1359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" name="Google Shape;159;p5"/>
            <p:cNvGrpSpPr/>
            <p:nvPr/>
          </p:nvGrpSpPr>
          <p:grpSpPr>
            <a:xfrm>
              <a:off x="7187498" y="4459475"/>
              <a:ext cx="271041" cy="262101"/>
              <a:chOff x="7514070" y="4459475"/>
              <a:chExt cx="271041" cy="262101"/>
            </a:xfrm>
          </p:grpSpPr>
          <p:sp>
            <p:nvSpPr>
              <p:cNvPr id="160" name="Google Shape;160;p5"/>
              <p:cNvSpPr/>
              <p:nvPr/>
            </p:nvSpPr>
            <p:spPr>
              <a:xfrm>
                <a:off x="7630000" y="4566667"/>
                <a:ext cx="53052" cy="48821"/>
              </a:xfrm>
              <a:custGeom>
                <a:rect b="b" l="l" r="r" t="t"/>
                <a:pathLst>
                  <a:path extrusionOk="0" h="48821" w="53052">
                    <a:moveTo>
                      <a:pt x="50404" y="22755"/>
                    </a:moveTo>
                    <a:lnTo>
                      <a:pt x="7703" y="316"/>
                    </a:lnTo>
                    <a:cubicBezTo>
                      <a:pt x="5991" y="-604"/>
                      <a:pt x="0" y="592"/>
                      <a:pt x="0" y="2523"/>
                    </a:cubicBezTo>
                    <a:lnTo>
                      <a:pt x="0" y="46299"/>
                    </a:lnTo>
                    <a:cubicBezTo>
                      <a:pt x="0" y="48230"/>
                      <a:pt x="5896" y="49425"/>
                      <a:pt x="7703" y="48506"/>
                    </a:cubicBezTo>
                    <a:lnTo>
                      <a:pt x="52306" y="27170"/>
                    </a:lnTo>
                    <a:cubicBezTo>
                      <a:pt x="54113" y="26250"/>
                      <a:pt x="52306" y="23675"/>
                      <a:pt x="50404" y="2275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5"/>
              <p:cNvSpPr/>
              <p:nvPr/>
            </p:nvSpPr>
            <p:spPr>
              <a:xfrm>
                <a:off x="7514070" y="4459475"/>
                <a:ext cx="271041" cy="262101"/>
              </a:xfrm>
              <a:custGeom>
                <a:rect b="b" l="l" r="r" t="t"/>
                <a:pathLst>
                  <a:path extrusionOk="0" h="262101" w="271041">
                    <a:moveTo>
                      <a:pt x="135521" y="0"/>
                    </a:moveTo>
                    <a:cubicBezTo>
                      <a:pt x="60675" y="0"/>
                      <a:pt x="0" y="58674"/>
                      <a:pt x="0" y="131051"/>
                    </a:cubicBezTo>
                    <a:cubicBezTo>
                      <a:pt x="0" y="203428"/>
                      <a:pt x="60675" y="262102"/>
                      <a:pt x="135521" y="262102"/>
                    </a:cubicBezTo>
                    <a:cubicBezTo>
                      <a:pt x="210366" y="262102"/>
                      <a:pt x="271042" y="203428"/>
                      <a:pt x="271042" y="131051"/>
                    </a:cubicBezTo>
                    <a:cubicBezTo>
                      <a:pt x="271042" y="58674"/>
                      <a:pt x="210366" y="0"/>
                      <a:pt x="135521" y="0"/>
                    </a:cubicBezTo>
                    <a:close/>
                    <a:moveTo>
                      <a:pt x="226629" y="153398"/>
                    </a:moveTo>
                    <a:cubicBezTo>
                      <a:pt x="226629" y="174183"/>
                      <a:pt x="209225" y="191012"/>
                      <a:pt x="187732" y="191012"/>
                    </a:cubicBezTo>
                    <a:lnTo>
                      <a:pt x="88255" y="191012"/>
                    </a:lnTo>
                    <a:cubicBezTo>
                      <a:pt x="66762" y="191012"/>
                      <a:pt x="49358" y="174183"/>
                      <a:pt x="49358" y="153398"/>
                    </a:cubicBezTo>
                    <a:lnTo>
                      <a:pt x="49358" y="108611"/>
                    </a:lnTo>
                    <a:cubicBezTo>
                      <a:pt x="49358" y="87827"/>
                      <a:pt x="66762" y="70997"/>
                      <a:pt x="88255" y="70997"/>
                    </a:cubicBezTo>
                    <a:lnTo>
                      <a:pt x="187732" y="70997"/>
                    </a:lnTo>
                    <a:cubicBezTo>
                      <a:pt x="209225" y="70997"/>
                      <a:pt x="226629" y="87827"/>
                      <a:pt x="226629" y="108611"/>
                    </a:cubicBezTo>
                    <a:lnTo>
                      <a:pt x="226629" y="15339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2" name="Google Shape;162;p5"/>
            <p:cNvGrpSpPr/>
            <p:nvPr/>
          </p:nvGrpSpPr>
          <p:grpSpPr>
            <a:xfrm>
              <a:off x="6478510" y="4459475"/>
              <a:ext cx="271041" cy="262101"/>
              <a:chOff x="6805082" y="4459475"/>
              <a:chExt cx="271041" cy="262101"/>
            </a:xfrm>
          </p:grpSpPr>
          <p:sp>
            <p:nvSpPr>
              <p:cNvPr id="163" name="Google Shape;163;p5"/>
              <p:cNvSpPr/>
              <p:nvPr/>
            </p:nvSpPr>
            <p:spPr>
              <a:xfrm>
                <a:off x="6915306" y="4565420"/>
                <a:ext cx="51830" cy="50213"/>
              </a:xfrm>
              <a:custGeom>
                <a:rect b="b" l="l" r="r" t="t"/>
                <a:pathLst>
                  <a:path extrusionOk="0" h="50213" w="51830">
                    <a:moveTo>
                      <a:pt x="25963" y="0"/>
                    </a:moveTo>
                    <a:cubicBezTo>
                      <a:pt x="11698" y="0"/>
                      <a:pt x="0" y="11220"/>
                      <a:pt x="0" y="25107"/>
                    </a:cubicBezTo>
                    <a:cubicBezTo>
                      <a:pt x="0" y="38993"/>
                      <a:pt x="11602" y="50213"/>
                      <a:pt x="25963" y="50213"/>
                    </a:cubicBezTo>
                    <a:cubicBezTo>
                      <a:pt x="40323" y="50213"/>
                      <a:pt x="51831" y="38993"/>
                      <a:pt x="51831" y="25107"/>
                    </a:cubicBezTo>
                    <a:cubicBezTo>
                      <a:pt x="51831" y="11220"/>
                      <a:pt x="40228" y="0"/>
                      <a:pt x="259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6873841" y="4525966"/>
                <a:ext cx="133333" cy="128935"/>
              </a:xfrm>
              <a:custGeom>
                <a:rect b="b" l="l" r="r" t="t"/>
                <a:pathLst>
                  <a:path extrusionOk="0" h="128935" w="133333">
                    <a:moveTo>
                      <a:pt x="99477" y="0"/>
                    </a:moveTo>
                    <a:lnTo>
                      <a:pt x="33856" y="0"/>
                    </a:lnTo>
                    <a:cubicBezTo>
                      <a:pt x="15121" y="0"/>
                      <a:pt x="0" y="14714"/>
                      <a:pt x="0" y="32740"/>
                    </a:cubicBezTo>
                    <a:lnTo>
                      <a:pt x="0" y="96196"/>
                    </a:lnTo>
                    <a:cubicBezTo>
                      <a:pt x="0" y="114313"/>
                      <a:pt x="15216" y="128936"/>
                      <a:pt x="33856" y="128936"/>
                    </a:cubicBezTo>
                    <a:lnTo>
                      <a:pt x="99477" y="128936"/>
                    </a:lnTo>
                    <a:cubicBezTo>
                      <a:pt x="118212" y="128936"/>
                      <a:pt x="133333" y="114221"/>
                      <a:pt x="133333" y="96196"/>
                    </a:cubicBezTo>
                    <a:lnTo>
                      <a:pt x="133333" y="32740"/>
                    </a:lnTo>
                    <a:cubicBezTo>
                      <a:pt x="133333" y="14623"/>
                      <a:pt x="118117" y="0"/>
                      <a:pt x="99477" y="0"/>
                    </a:cubicBezTo>
                    <a:close/>
                    <a:moveTo>
                      <a:pt x="67428" y="103645"/>
                    </a:moveTo>
                    <a:cubicBezTo>
                      <a:pt x="45078" y="103645"/>
                      <a:pt x="27009" y="86080"/>
                      <a:pt x="27009" y="64560"/>
                    </a:cubicBezTo>
                    <a:cubicBezTo>
                      <a:pt x="27009" y="43040"/>
                      <a:pt x="45174" y="25474"/>
                      <a:pt x="67428" y="25474"/>
                    </a:cubicBezTo>
                    <a:cubicBezTo>
                      <a:pt x="89681" y="25474"/>
                      <a:pt x="107846" y="43040"/>
                      <a:pt x="107846" y="64560"/>
                    </a:cubicBezTo>
                    <a:cubicBezTo>
                      <a:pt x="107846" y="86080"/>
                      <a:pt x="89681" y="103645"/>
                      <a:pt x="67428" y="103645"/>
                    </a:cubicBezTo>
                    <a:close/>
                    <a:moveTo>
                      <a:pt x="110224" y="32096"/>
                    </a:moveTo>
                    <a:cubicBezTo>
                      <a:pt x="104898" y="32096"/>
                      <a:pt x="100618" y="27958"/>
                      <a:pt x="100618" y="22807"/>
                    </a:cubicBezTo>
                    <a:cubicBezTo>
                      <a:pt x="100618" y="17657"/>
                      <a:pt x="104898" y="13519"/>
                      <a:pt x="110224" y="13519"/>
                    </a:cubicBezTo>
                    <a:cubicBezTo>
                      <a:pt x="115549" y="13519"/>
                      <a:pt x="119829" y="17657"/>
                      <a:pt x="119829" y="22807"/>
                    </a:cubicBezTo>
                    <a:cubicBezTo>
                      <a:pt x="119829" y="27958"/>
                      <a:pt x="115549" y="32096"/>
                      <a:pt x="110224" y="320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5"/>
              <p:cNvSpPr/>
              <p:nvPr/>
            </p:nvSpPr>
            <p:spPr>
              <a:xfrm>
                <a:off x="6805082" y="4459475"/>
                <a:ext cx="271041" cy="262101"/>
              </a:xfrm>
              <a:custGeom>
                <a:rect b="b" l="l" r="r" t="t"/>
                <a:pathLst>
                  <a:path extrusionOk="0" h="262101" w="271041">
                    <a:moveTo>
                      <a:pt x="135521" y="0"/>
                    </a:moveTo>
                    <a:cubicBezTo>
                      <a:pt x="60675" y="0"/>
                      <a:pt x="0" y="58674"/>
                      <a:pt x="0" y="131051"/>
                    </a:cubicBezTo>
                    <a:cubicBezTo>
                      <a:pt x="0" y="203428"/>
                      <a:pt x="60675" y="262102"/>
                      <a:pt x="135521" y="262102"/>
                    </a:cubicBezTo>
                    <a:cubicBezTo>
                      <a:pt x="210366" y="262102"/>
                      <a:pt x="271042" y="203428"/>
                      <a:pt x="271042" y="131051"/>
                    </a:cubicBezTo>
                    <a:cubicBezTo>
                      <a:pt x="271042" y="58674"/>
                      <a:pt x="210366" y="0"/>
                      <a:pt x="135521" y="0"/>
                    </a:cubicBezTo>
                    <a:close/>
                    <a:moveTo>
                      <a:pt x="217594" y="162687"/>
                    </a:moveTo>
                    <a:cubicBezTo>
                      <a:pt x="217594" y="188989"/>
                      <a:pt x="195435" y="210417"/>
                      <a:pt x="168236" y="210417"/>
                    </a:cubicBezTo>
                    <a:lnTo>
                      <a:pt x="102615" y="210417"/>
                    </a:lnTo>
                    <a:cubicBezTo>
                      <a:pt x="75416" y="210417"/>
                      <a:pt x="53257" y="188989"/>
                      <a:pt x="53257" y="162687"/>
                    </a:cubicBezTo>
                    <a:lnTo>
                      <a:pt x="53257" y="99231"/>
                    </a:lnTo>
                    <a:cubicBezTo>
                      <a:pt x="53257" y="72929"/>
                      <a:pt x="75416" y="51501"/>
                      <a:pt x="102615" y="51501"/>
                    </a:cubicBezTo>
                    <a:lnTo>
                      <a:pt x="168236" y="51501"/>
                    </a:lnTo>
                    <a:cubicBezTo>
                      <a:pt x="195435" y="51501"/>
                      <a:pt x="217594" y="72929"/>
                      <a:pt x="217594" y="99231"/>
                    </a:cubicBezTo>
                    <a:lnTo>
                      <a:pt x="217594" y="1626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2026-02-09T16:41:16Z</dcterms:created>
  <dc:creator>ANDREA LOPES DE OLIVEIRA PENTEADO</dc:creator>
</cp:coreProperties>
</file>