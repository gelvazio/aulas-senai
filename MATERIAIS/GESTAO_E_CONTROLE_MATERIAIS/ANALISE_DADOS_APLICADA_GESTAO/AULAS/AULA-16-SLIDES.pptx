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16</a:t>
            </a:r>
            <a:br/>
            <a:r>
              <a:t>Criação de Dashboard Prático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4 - Dashboards e Análise | 2 horas</a:t>
            </a:r>
            <a:br/>
            <a:r>
              <a:t>13-10-2026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Estruturar dados para dashboard funcional</a:t>
            </a:r>
          </a:p>
          <a:p>
            <a:pPr>
              <a:spcAft>
                <a:spcPts val="800"/>
              </a:spcAft>
              <a:defRPr sz="1400"/>
            </a:pPr>
            <a:r>
              <a:t>Integrar gráficos e indicadores</a:t>
            </a:r>
          </a:p>
          <a:p>
            <a:pPr>
              <a:spcAft>
                <a:spcPts val="800"/>
              </a:spcAft>
              <a:defRPr sz="1400"/>
            </a:pPr>
            <a:r>
              <a:t>Criar interatividade com filtros</a:t>
            </a:r>
          </a:p>
          <a:p>
            <a:pPr>
              <a:spcAft>
                <a:spcPts val="800"/>
              </a:spcAft>
              <a:defRPr sz="1400"/>
            </a:pPr>
            <a:r>
              <a:t>Apresentar dashboard ao público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