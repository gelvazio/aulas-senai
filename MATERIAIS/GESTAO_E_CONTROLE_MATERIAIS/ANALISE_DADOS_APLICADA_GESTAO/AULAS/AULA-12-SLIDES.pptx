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12</a:t>
            </a:r>
            <a:br/>
            <a:r>
              <a:t>Tabelas Dinâmicas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3 - Excel Avançado | 2 horas</a:t>
            </a:r>
            <a:br/>
            <a:r>
              <a:t>06-10-2026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Criar tabelas dinâmicas para resumir dados</a:t>
            </a:r>
          </a:p>
          <a:p>
            <a:pPr>
              <a:spcAft>
                <a:spcPts val="800"/>
              </a:spcAft>
              <a:defRPr sz="1400"/>
            </a:pPr>
            <a:r>
              <a:t>Aplicar filtros e segmentações</a:t>
            </a:r>
          </a:p>
          <a:p>
            <a:pPr>
              <a:spcAft>
                <a:spcPts val="800"/>
              </a:spcAft>
              <a:defRPr sz="1400"/>
            </a:pPr>
            <a:r>
              <a:t>Organizar dados com agrupamento</a:t>
            </a:r>
          </a:p>
          <a:p>
            <a:pPr>
              <a:spcAft>
                <a:spcPts val="800"/>
              </a:spcAft>
              <a:defRPr sz="1400"/>
            </a:pPr>
            <a:r>
              <a:t>Analisar vendas e estoque com tabelas dinâmicas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