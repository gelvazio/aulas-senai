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01</a:t>
            </a:r>
            <a:br/>
            <a:r>
              <a:t>Introdução e Conjuntos Numéricos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1 - Fundamentos Matemáticos | 2 horas</a:t>
            </a:r>
            <a:br/>
            <a:r>
              <a:t>02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