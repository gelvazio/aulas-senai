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10</a:t>
            </a:r>
            <a:br/>
            <a:r>
              <a:t>Funções de Busca e Consulta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3 - Excel Avançado | 2 horas</a:t>
            </a:r>
            <a:br/>
            <a:r>
              <a:t>01-10-2026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Dominar PROCV para buscar dados em tabelas</a:t>
            </a:r>
          </a:p>
          <a:p>
            <a:pPr>
              <a:spcAft>
                <a:spcPts val="800"/>
              </a:spcAft>
              <a:defRPr sz="1400"/>
            </a:pPr>
            <a:r>
              <a:t>Usar PROCH para buscas horizontais</a:t>
            </a:r>
          </a:p>
          <a:p>
            <a:pPr>
              <a:spcAft>
                <a:spcPts val="800"/>
              </a:spcAft>
              <a:defRPr sz="1400"/>
            </a:pPr>
            <a:r>
              <a:t>Combinar ÍNDICE e CORRESPONDÊNCIA para buscas avançadas</a:t>
            </a:r>
          </a:p>
          <a:p>
            <a:pPr>
              <a:spcAft>
                <a:spcPts val="800"/>
              </a:spcAft>
              <a:defRPr sz="1400"/>
            </a:pPr>
            <a:r>
              <a:t>Tratar erros com IFERROR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