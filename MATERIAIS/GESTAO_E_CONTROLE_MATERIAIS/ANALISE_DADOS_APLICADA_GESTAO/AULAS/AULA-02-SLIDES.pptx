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02</a:t>
            </a:r>
            <a:br/>
            <a:r>
              <a:t>Razão, Proporção e Regra de Três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1 - Fundamentos Matemáticos | 2 horas</a:t>
            </a:r>
            <a:br/>
            <a:r>
              <a:t>03 de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