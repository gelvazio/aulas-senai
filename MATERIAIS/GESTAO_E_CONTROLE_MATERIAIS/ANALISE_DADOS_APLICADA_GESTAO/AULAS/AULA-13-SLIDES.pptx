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10"/>
    <p:sldId id="257" r:id="rId9"/>
    <p:sldId id="258" r:id="rId8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2"/>
      <p:bold r:id="rId13"/>
      <p:italic r:id="rId14"/>
      <p:boldItalic r:id="rId15"/>
    </p:embeddedFont>
    <p:embeddedFont>
      <p:font typeface="Roboto Light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27" roundtripDataSignature="AMtx7mjhCBRWa6NtuyeeCcaNfDcplEBs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8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font" Target="fonts/font8.fntdata"/><Relationship Id="rId127" Type="http://customschemas.google.com/relationships/presentationmetadata" Target="metadata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título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5" name="Google Shape;15;p123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None/>
              <a:defRPr sz="30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123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sz="14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AP] Slide de conteúdo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9" name="Google Shape;19;p124"/>
          <p:cNvSpPr txBox="1">
            <a:spLocks noGrp="1"/>
          </p:cNvSpPr>
          <p:nvPr>
            <p:ph type="ctrTitle"/>
          </p:nvPr>
        </p:nvSpPr>
        <p:spPr>
          <a:xfrm>
            <a:off x="1194625" y="720000"/>
            <a:ext cx="3244800" cy="15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000"/>
              <a:buNone/>
              <a:defRPr sz="30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124"/>
          <p:cNvSpPr txBox="1">
            <a:spLocks noGrp="1"/>
          </p:cNvSpPr>
          <p:nvPr>
            <p:ph type="subTitle" idx="1"/>
          </p:nvPr>
        </p:nvSpPr>
        <p:spPr>
          <a:xfrm>
            <a:off x="1194625" y="2563750"/>
            <a:ext cx="2856300" cy="21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 sz="1400">
                <a:solidFill>
                  <a:srgbClr val="434343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None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[EP] Final">
  <p:cSld name="TITLE_ONLY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2">
  <p:cSld name="TITLE_2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6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5" name="Google Shape;25;p1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6" name="Google Shape;26;p1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 Light"/>
              <a:buNone/>
              <a:defRPr sz="2800" b="0" i="0" u="none" strike="noStrike" cap="none">
                <a:solidFill>
                  <a:schemeClr val="dk1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chemeClr val="dk2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/>
            </a:pPr>
            <a:r>
              <a:t>AULA 13</a:t>
            </a:r>
            <a:br/>
            <a:r>
              <a:t>Filtros e Validação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3 - Excel Avançado | 2 horas</a:t>
            </a:r>
            <a:br/>
            <a:r>
              <a:t>08-10-2026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Objetivos da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400"/>
            </a:pPr>
            <a:r>
              <a:t>Aplicar filtros automáticos para segmentação rápida</a:t>
            </a:r>
          </a:p>
          <a:p>
            <a:pPr>
              <a:spcAft>
                <a:spcPts val="800"/>
              </a:spcAft>
              <a:defRPr sz="1400"/>
            </a:pPr>
            <a:r>
              <a:t>Usar filtros avançados para critérios complexos</a:t>
            </a:r>
          </a:p>
          <a:p>
            <a:pPr>
              <a:spcAft>
                <a:spcPts val="800"/>
              </a:spcAft>
              <a:defRPr sz="1400"/>
            </a:pPr>
            <a:r>
              <a:t>Criar validação de dados com listas suspensas</a:t>
            </a:r>
          </a:p>
          <a:p>
            <a:pPr>
              <a:spcAft>
                <a:spcPts val="800"/>
              </a:spcAft>
              <a:defRPr sz="1400"/>
            </a:pPr>
            <a:r>
              <a:t>Proteger células e planilhas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85039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Atividades em Sala de 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1440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/>
            </a:pPr>
            <a:r>
              <a:t>Todas as atividades são realizadas em sala de aula sob orientação do docente.</a:t>
            </a:r>
          </a:p>
          <a:p>
            <a:pPr>
              <a:spcAft>
                <a:spcPts val="800"/>
              </a:spcAft>
              <a:defRPr sz="1600" b="1"/>
            </a:pPr>
            <a:r>
              <a:t>Recursos:</a:t>
            </a:r>
          </a:p>
          <a:p>
            <a:pPr>
              <a:spcAft>
                <a:spcPts val="500"/>
              </a:spcAft>
              <a:defRPr sz="1400"/>
            </a:pPr>
            <a:r>
              <a:t>Computador/Notebook</a:t>
            </a:r>
          </a:p>
          <a:p>
            <a:pPr>
              <a:spcAft>
                <a:spcPts val="500"/>
              </a:spcAft>
              <a:defRPr sz="1400"/>
            </a:pPr>
            <a:r>
              <a:t>Software necessário (Excel, PowerPoint, etc)</a:t>
            </a:r>
          </a:p>
          <a:p>
            <a:pPr>
              <a:spcAft>
                <a:spcPts val="500"/>
              </a:spcAft>
              <a:defRPr sz="1400"/>
            </a:pPr>
            <a:r>
              <a:t>Dados de exemplo</a:t>
            </a:r>
          </a:p>
          <a:p>
            <a:pPr>
              <a:spcAft>
                <a:spcPts val="500"/>
              </a:spcAft>
              <a:defRPr sz="1400"/>
            </a:pPr>
            <a:r>
              <a:t>Projetor e tela</a:t>
            </a:r>
          </a:p>
          <a:p>
            <a:pPr>
              <a:spcAft>
                <a:spcPts val="500"/>
              </a:spcAft>
              <a:defRPr sz="1400"/>
            </a:pPr>
            <a:r>
              <a:t>Material de apoio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ção Profissional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225</Words>
  <Application>Microsoft Office PowerPoint</Application>
  <PresentationFormat>Apresentação no Ecrã (16:9)</PresentationFormat>
  <Paragraphs>38</Paragraphs>
  <Slides>9</Slides>
  <Notes>8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9</vt:i4>
      </vt:variant>
    </vt:vector>
  </HeadingPairs>
  <TitlesOfParts>
    <vt:vector size="13" baseType="lpstr">
      <vt:lpstr>Roboto Light</vt:lpstr>
      <vt:lpstr>Roboto</vt:lpstr>
      <vt:lpstr>Arial</vt:lpstr>
      <vt:lpstr>Educação Profissional</vt:lpstr>
      <vt:lpstr>Apresentação</vt:lpstr>
      <vt:lpstr>Plano de Ensino</vt:lpstr>
      <vt:lpstr>Capacidades Socioemocionais</vt:lpstr>
      <vt:lpstr>Conhecimentos (Literatura)</vt:lpstr>
      <vt:lpstr>Conteudo</vt:lpstr>
      <vt:lpstr>Combinados!</vt:lpstr>
      <vt:lpstr>Vale nota Professor?</vt:lpstr>
      <vt:lpstr>Avaliação de Comportamento</vt:lpstr>
      <vt:lpstr>Ambiente Virtual de Aprendizagem (AVA)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Gelvazio Camargo - HOTMAIL</dc:creator>
  <cp:lastModifiedBy>Gelvazio Camargo - HOTMAIL</cp:lastModifiedBy>
  <cp:revision>12</cp:revision>
  <dcterms:modified xsi:type="dcterms:W3CDTF">2026-09-02T16:42:43Z</dcterms:modified>
</cp:coreProperties>
</file>