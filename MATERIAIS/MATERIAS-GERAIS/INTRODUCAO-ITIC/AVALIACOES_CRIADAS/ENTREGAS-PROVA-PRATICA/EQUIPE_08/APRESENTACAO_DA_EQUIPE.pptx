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795527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"/>
              </a:rPr>
              <a:t>MISSÃO: ORGANIZAR E PROTEGER O SETOR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6217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Aptos"/>
              </a:rPr>
              <a:t>Inventário • segurança • organização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Aptos"/>
              </a:rPr>
              <a:t>Equipe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5029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Aptos"/>
              </a:rPr>
              <a:t>Integrante 1  |  Integrante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08760"/>
            <a:ext cx="2286000" cy="15544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68512" y="1755648"/>
            <a:ext cx="1773936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1984248"/>
            <a:ext cx="15087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6D28D9"/>
                </a:solidFill>
                <a:latin typeface="Aptos"/>
              </a:rPr>
              <a:t>TECNOLOGIA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"/>
              </a:rPr>
              <a:t>Hardware e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Encontrados no setor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73152" cy="3383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4754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313432"/>
            <a:ext cx="4754880" cy="2468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Monitor
Teclado
Mouse
Computador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73152" cy="3383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783080"/>
            <a:ext cx="4754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900" b="1">
                <a:solidFill>
                  <a:srgbClr val="16A34A"/>
                </a:solidFill>
                <a:latin typeface="Aptos"/>
              </a:rPr>
              <a:t>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313432"/>
            <a:ext cx="4754880" cy="2468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Windows
Google Chrome
Programas do setor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Físico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257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Aptos"/>
              </a:rPr>
              <a:t>Programas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Participação: Integrante 1 e Integrante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"/>
              </a:rPr>
              <a:t>3 riscos digitais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e como evitá-los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204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3794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37360"/>
            <a:ext cx="3063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900" b="1">
                <a:solidFill>
                  <a:srgbClr val="DC2626"/>
                </a:solidFill>
                <a:latin typeface="Aptos"/>
              </a:rPr>
              <a:t>1. GOLPES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3063240" cy="2880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Evite links suspeitos.
• Confira o remetente
• Use canais oficiais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5204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54480"/>
            <a:ext cx="73152" cy="3794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737360"/>
            <a:ext cx="3063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900" b="1">
                <a:solidFill>
                  <a:srgbClr val="6D28D9"/>
                </a:solidFill>
                <a:latin typeface="Aptos"/>
              </a:rPr>
              <a:t>2. MALWARE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267712"/>
            <a:ext cx="3063240" cy="2880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Pode danificar ou roubar dados.
• Atualize o sistema
• Evite downloads suspeitos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5204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73152" cy="3794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37360"/>
            <a:ext cx="3063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900" b="1">
                <a:solidFill>
                  <a:srgbClr val="16A34A"/>
                </a:solidFill>
                <a:latin typeface="Aptos"/>
              </a:rPr>
              <a:t>3. SENHAS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267712"/>
            <a:ext cx="3063240" cy="2880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Senhas fracas facilitam invasões.
• Use senhas fortes
• Ative 2 fatores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Apresentação dividida entre os dois integrantes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Aptos"/>
              </a:rPr>
              <a:t>Organização, backup e conclusão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566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91639"/>
            <a:ext cx="3063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900" b="1">
                <a:solidFill>
                  <a:srgbClr val="6D28D9"/>
                </a:solidFill>
                <a:latin typeface="Aptos"/>
              </a:rPr>
              <a:t>ORGANIZAÇÃO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21991"/>
            <a:ext cx="3063240" cy="2651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• Criar pastas
• Nomear arquivos
• Excluir duplicados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691639"/>
            <a:ext cx="3063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Aptos"/>
              </a:rPr>
              <a:t>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221991"/>
            <a:ext cx="3063240" cy="2651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• Copiar arquivos importantes
• Guardar em local seguro
• Fazer cópias regularmente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508760"/>
            <a:ext cx="73152" cy="3566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91639"/>
            <a:ext cx="3063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900" b="1">
                <a:solidFill>
                  <a:srgbClr val="16A34A"/>
                </a:solidFill>
                <a:latin typeface="Aptos"/>
              </a:rPr>
              <a:t>CONCLUSÃO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221991"/>
            <a:ext cx="3063240" cy="2651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Computador organizado e protegido = trabalho mais seguro e eficiente.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Equipe: Integrante 1 + Integrante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715000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700" b="1">
                <a:solidFill>
                  <a:srgbClr val="6D28D9"/>
                </a:solidFill>
                <a:latin typeface="Aptos"/>
              </a:rPr>
              <a:t>MISSÃO CUMPRIDA!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