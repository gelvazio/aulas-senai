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406dd12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406dd12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406dd12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406dd12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406dd128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406dd128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246751" y="0"/>
            <a:ext cx="98577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latin typeface="Georgia"/>
                <a:ea typeface="Georgia"/>
                <a:cs typeface="Georgia"/>
                <a:sym typeface="Georgia"/>
              </a:rPr>
              <a:t>Apresentação-relâmpago</a:t>
            </a:r>
            <a:endParaRPr b="1"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4350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Alunos: Emily, Mirela e Gabriel</a:t>
            </a:r>
            <a:endParaRPr b="1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latin typeface="Georgia"/>
                <a:ea typeface="Georgia"/>
                <a:cs typeface="Georgia"/>
                <a:sym typeface="Georgia"/>
              </a:rPr>
              <a:t>Hardware e Software</a:t>
            </a:r>
            <a:endParaRPr b="1"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55575" y="1152475"/>
            <a:ext cx="837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latin typeface="Georgia"/>
                <a:ea typeface="Georgia"/>
                <a:cs typeface="Georgia"/>
                <a:sym typeface="Georgia"/>
              </a:rPr>
              <a:t>Hardware</a:t>
            </a:r>
            <a:endParaRPr b="1"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Computadore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Monitores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Teclado e mouse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Impressora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/>
              <a:t>         </a:t>
            </a:r>
            <a:r>
              <a:rPr b="1" lang="pt-BR" sz="1400">
                <a:latin typeface="Georgia"/>
                <a:ea typeface="Georgia"/>
                <a:cs typeface="Georgia"/>
                <a:sym typeface="Georgia"/>
              </a:rPr>
              <a:t>Software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Sistema Operacional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Navegador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Editor de texto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Antivírus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latin typeface="Georgia"/>
                <a:ea typeface="Georgia"/>
                <a:cs typeface="Georgia"/>
                <a:sym typeface="Georgia"/>
              </a:rPr>
              <a:t>Riscos Digitais </a:t>
            </a:r>
            <a:endParaRPr b="1"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1.Malware pode danificar o computador ou roubar informações.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  Evitar arquivos e programas de fontes desconhecidas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2.Phising e golpes Mensagens falsas podem tentar roubar senhas e dados.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 não clicar links suspeitos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3.Senhas fracas facilitam acesso indevido às contas.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 Utilizar senha fortes e autenticação em duas etapas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latin typeface="Georgia"/>
                <a:ea typeface="Georgia"/>
                <a:cs typeface="Georgia"/>
                <a:sym typeface="Georgia"/>
              </a:rPr>
              <a:t>Organização e Backup</a:t>
            </a:r>
            <a:endParaRPr b="1"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Organização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Pastas por assunto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Nomes de arquivos claros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Backup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Cópia em nuvem ou HD extremo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Fazer backups regularmente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Conclusão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“Segurança digital depende de organização, prevenção e cuidado de toda a equipe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