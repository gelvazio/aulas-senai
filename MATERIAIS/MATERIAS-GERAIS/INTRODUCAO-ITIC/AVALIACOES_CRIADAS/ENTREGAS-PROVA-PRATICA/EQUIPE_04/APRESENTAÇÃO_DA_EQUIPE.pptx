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762426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8762426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76242687_1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876242687_1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76242687_1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876242687_1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23250" y="399825"/>
            <a:ext cx="7581300" cy="36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ORGANIZAR E PROTEGER O COMPUTADOR DO SETOR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0" y="43841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Eduardo K., </a:t>
            </a:r>
            <a:r>
              <a:rPr lang="pt-BR"/>
              <a:t>Kaua</a:t>
            </a:r>
            <a:r>
              <a:rPr lang="pt-BR"/>
              <a:t>,Pablo.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813650" y="180225"/>
            <a:ext cx="7788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Hardware e software encontrados no setor</a:t>
            </a:r>
            <a:endParaRPr/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0" y="2440975"/>
            <a:ext cx="9144000" cy="27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Hardware: computadores, monitores, teclados, mouses, impressoras, scanners, roteadores, servidores e outros equipamentos físicos.</a:t>
            </a:r>
            <a:endParaRPr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Software: sistemas operacionais (Windows, Linux), programas de escritório (Word, Excel, PowerPoint), navegadores de internet, sistemas de gestão, antivírus e aplicativos específicos utilizados pelo setor.</a:t>
            </a:r>
            <a:endParaRPr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ctrTitle"/>
          </p:nvPr>
        </p:nvSpPr>
        <p:spPr>
          <a:xfrm>
            <a:off x="2072925" y="284175"/>
            <a:ext cx="5127300" cy="20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Três riscos digitais e como evitá-los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0" y="2893025"/>
            <a:ext cx="9066600" cy="22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Phishing: mensagens falsas para roubar senhas ou dados. Como evitar: não clicar em links suspeitos e verificar o remetente antes de fornecer informações.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Vírus e malware: programas maliciosos que podem danificar ou roubar dados. Como evitar: manter antivírus e sistemas atualizados e não baixar arquivos de fontes desconhecidas.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Roubo de senhas: alguém pode descobrir ou obter suas senhas. Como evitar: usar senhas fortes e diferentes para cada conta e ativar a autenticação em dois fatores.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ctrTitle"/>
          </p:nvPr>
        </p:nvSpPr>
        <p:spPr>
          <a:xfrm>
            <a:off x="909300" y="154400"/>
            <a:ext cx="7325400" cy="15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 de arquivos, backup e conclusão da equipe.</a:t>
            </a:r>
            <a:endParaRPr/>
          </a:p>
        </p:txBody>
      </p:sp>
      <p:sp>
        <p:nvSpPr>
          <p:cNvPr id="296" name="Google Shape;296;p16"/>
          <p:cNvSpPr txBox="1"/>
          <p:nvPr>
            <p:ph idx="1" type="subTitle"/>
          </p:nvPr>
        </p:nvSpPr>
        <p:spPr>
          <a:xfrm>
            <a:off x="77500" y="1976025"/>
            <a:ext cx="8885700" cy="30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 de arquivos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arquivos devem ser organizados em pastas por assunto, setor ou data, com nomes claros e padronizados. É importante evitar arquivos duplicados e excluir documentos desnecessários.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backup deve ser realizado regularmente para evitar a perda de informações. É recomendado manter cópias dos arquivos importantes em um HD externo, servidor ou serviço de armazenamento em nuvem.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 da equipe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equipe deve manter os equipamentos e arquivos organizados, realizar backups frequentes e seguir boas práticas de segurança digital. Dessa forma, o trabalho fica mais seguro, eficiente e protegido contra perdas de dados.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