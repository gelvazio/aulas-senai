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B Garamond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BGaramond-bold.fntdata"/><Relationship Id="rId10" Type="http://schemas.openxmlformats.org/officeDocument/2006/relationships/font" Target="fonts/EBGaramond-regular.fntdata"/><Relationship Id="rId13" Type="http://schemas.openxmlformats.org/officeDocument/2006/relationships/font" Target="fonts/EBGaramond-boldItalic.fntdata"/><Relationship Id="rId12" Type="http://schemas.openxmlformats.org/officeDocument/2006/relationships/font" Target="fonts/EBGaramon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705f8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705f8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f80fcab12ee28a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f80fcab12ee28a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f80fcab12ee28a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f80fcab12ee28a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2375" y="714225"/>
            <a:ext cx="8583000" cy="20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EB Garamond"/>
                <a:ea typeface="EB Garamond"/>
                <a:cs typeface="EB Garamond"/>
                <a:sym typeface="EB Garamond"/>
              </a:rPr>
              <a:t>Apresenta</a:t>
            </a:r>
            <a:r>
              <a:rPr b="1" i="1" lang="pt-BR">
                <a:latin typeface="EB Garamond"/>
                <a:ea typeface="EB Garamond"/>
                <a:cs typeface="EB Garamond"/>
                <a:sym typeface="EB Garamond"/>
              </a:rPr>
              <a:t>ção-relâmpago </a:t>
            </a:r>
            <a:endParaRPr b="1" i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4651600"/>
            <a:ext cx="4572000" cy="4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Alunos:Wagner, </a:t>
            </a:r>
            <a:r>
              <a:rPr lang="pt-BR"/>
              <a:t>Helisa, Maria Clara e Mariana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" y="16764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EB Garamond"/>
                <a:ea typeface="EB Garamond"/>
                <a:cs typeface="EB Garamond"/>
                <a:sym typeface="EB Garamond"/>
              </a:rPr>
              <a:t>Hardware e Software</a:t>
            </a:r>
            <a:endParaRPr b="1" i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70968"/>
              <a:buFont typeface="Arial"/>
              <a:buNone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HARDWARE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Computadores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Monitores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Teclado e mouse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Impressora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0968"/>
              <a:buFont typeface="Arial"/>
              <a:buNone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SOFTWARE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Sistema operacional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Navegador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Editor de texto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EB Garamond"/>
              <a:buChar char="●"/>
            </a:pPr>
            <a:r>
              <a:rPr lang="pt-BR" sz="155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Antivírus</a:t>
            </a:r>
            <a:endParaRPr sz="1550"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81008" y="-3"/>
            <a:ext cx="8982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EB Garamond"/>
                <a:ea typeface="EB Garamond"/>
                <a:cs typeface="EB Garamond"/>
                <a:sym typeface="EB Garamond"/>
              </a:rPr>
              <a:t>Riscos digitais:</a:t>
            </a:r>
            <a:endParaRPr i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1.Malware pode danificar o comp</a:t>
            </a: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utador ou roubar informações.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👉Evitar arquivos e programas de fontes desconhecida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2. Phishing e golpes Mensagens falsas podem tentar roubar senhas e dados.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👉não clicar links suspeitos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3.Senhas fracas facilitam o acesso indevido às contas.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EB Garamond"/>
                <a:ea typeface="EB Garamond"/>
                <a:cs typeface="EB Garamond"/>
                <a:sym typeface="EB Garamond"/>
              </a:rPr>
              <a:t>👉Utilizar senhas fortes e autenticação em duas etapas.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500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Organização e Backup</a:t>
            </a:r>
            <a:endParaRPr b="1" i="1" sz="25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91659" y="111368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ORGANIZAÇÃO 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EB Garamond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Pastas por assunto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EB Garamond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Nomes de arquivos claros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BACKUP 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EB Garamond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Cópia em nuvem ou HD externo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EB Garamond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Fazer backups regularmente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CONCLUSÃO</a:t>
            </a:r>
            <a:b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“Segurança digital depende de organização, prevenção e cuidado de toda a equipe.”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