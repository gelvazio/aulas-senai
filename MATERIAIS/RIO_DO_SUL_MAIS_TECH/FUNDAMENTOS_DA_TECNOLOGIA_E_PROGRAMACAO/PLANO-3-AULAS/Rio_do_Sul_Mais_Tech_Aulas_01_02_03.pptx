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3D9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AULA 01 — Editores de Texto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Word e Google Docs • 03/09/2026 • 2h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Rio do Sul Mais Tech • Fundamentos da Tecnologia e Programação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1. Introdução a Editores de Texto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01 • Conteúdo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Editor de texto</a:t>
            </a:r>
            <a:r>
              <a:rPr b="0"/>
              <a:t> — software para criar, editar e formatar documentos.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Word</a:t>
            </a:r>
            <a:r>
              <a:rPr b="0"/>
              <a:t> — instalado no PC, arquivos .docx/.doc e uso offline.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Google Docs</a:t>
            </a:r>
            <a:r>
              <a:rPr b="0"/>
              <a:t> — na nuvem, colaboração em tempo real e salvamento automático.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Escolha da ferramenta</a:t>
            </a:r>
            <a:r>
              <a:rPr b="0"/>
              <a:t> — depende de acesso, colaboração e necessidade de recursos.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Editor de texto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Google Docs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Escolha da ferramenta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01 • Conteúdo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2. Microsoft Word — Fundamentos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01 • Conteúdo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Interface</a:t>
            </a:r>
            <a:r>
              <a:rPr b="0"/>
              <a:t> — Fita de Opções, área do documento, navegação e barra de status.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Atalhos</a:t>
            </a:r>
            <a:r>
              <a:rPr b="0"/>
              <a:t> — Ctrl+N, Ctrl+O, Ctrl+S e Ctrl+Shift+S.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Texto</a:t>
            </a:r>
            <a:r>
              <a:rPr b="0"/>
              <a:t> — negrito, itálico, sublinhado, fonte, cor e destaque.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Parágrafos</a:t>
            </a:r>
            <a:r>
              <a:rPr b="0"/>
              <a:t> — alinhamento, espaçamento e recuos.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Listas</a:t>
            </a:r>
            <a:r>
              <a:rPr b="0"/>
              <a:t> — marcadores, numeração e subníveis.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Interface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Atalhos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Texto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Parágrafos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Listas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01 • Conteúdo 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3. Word — Recursos Avançados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01 • Conteúdo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Inserção</a:t>
            </a:r>
            <a:r>
              <a:rPr b="0"/>
              <a:t> — imagens, tabelas, formas, cabeçalhos, rodapés e páginas.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Estilos e temas</a:t>
            </a:r>
            <a:r>
              <a:rPr b="0"/>
              <a:t> — padronizam títulos, corpo, cores e identidade visual.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Revisão</a:t>
            </a:r>
            <a:r>
              <a:rPr b="0"/>
              <a:t> — ortografia, gramática e controle de alterações.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Exportação</a:t>
            </a:r>
            <a:r>
              <a:rPr b="0"/>
              <a:t> — PDF, .docx/.doc, e-mail e compartilhamento via OneDrive.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Inserção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Estilos e temas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Revisão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B3D91"/>
                </a:solidFill>
              </a:defRPr>
            </a:pPr>
            <a:r>
              <a:t>Exportação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01 • Conteúdo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4. Google Docs — Fundamentos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01 • Conteúdo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Acesso</a:t>
            </a:r>
            <a:r>
              <a:rPr b="0"/>
              <a:t> — ambiente web com conta Google e interface semelhante ao Word.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Salvamento</a:t>
            </a:r>
            <a:r>
              <a:rPr b="0"/>
              <a:t> — automático na nuvem.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Formatação</a:t>
            </a:r>
            <a:r>
              <a:rPr b="0"/>
              <a:t> — texto, estilos de parágrafo, listas e numeração.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Colaboração</a:t>
            </a:r>
            <a:r>
              <a:rPr b="0"/>
              <a:t> — visualizar, comentar ou editar em tempo real.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Histórico</a:t>
            </a:r>
            <a:r>
              <a:rPr b="0"/>
              <a:t> — versões, comentários e sugestões.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Acesso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Salvamento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Formatação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Colaboração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Histórico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01 • Conteúdo 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5. Exportação e Compartilhamento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01 • Conteúdo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Google Docs</a:t>
            </a:r>
            <a:r>
              <a:rPr b="0"/>
              <a:t> — download em .docx, PDF e .odt; publicação na web.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Word</a:t>
            </a:r>
            <a:r>
              <a:rPr b="0"/>
              <a:t> — salvamento no OneDrive e compartilhamento por link.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Conversão</a:t>
            </a:r>
            <a:r>
              <a:rPr b="0"/>
              <a:t> — comparar formatos e verificar preservação da formatação.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Boa prática</a:t>
            </a:r>
            <a:r>
              <a:rPr b="0"/>
              <a:t> — definir formato e permissão conforme a finalidade.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Google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Word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Conversão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Boa prática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01 • Conteúdo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Word vs. Google Docs — Guia Comparativo Visual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INFOGRÁFICO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6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0B3D91"/>
                </a:solidFill>
              </a:defRPr>
            </a:pPr>
            <a:r>
              <a:t>Microsoft Word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Instalado no PC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Arquivo .docx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Edição local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Custo: pago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Offline: sim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417320"/>
            <a:ext cx="336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69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69707A"/>
                </a:solidFill>
              </a:defRPr>
            </a:pPr>
            <a:r>
              <a:t>VS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Criação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Formatação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Exportação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Compartilhamento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417320"/>
            <a:ext cx="336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4285F4"/>
                </a:solidFill>
              </a:defRPr>
            </a:pPr>
            <a:r>
              <a:t>Google Docs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Na nuvem (Web)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Arquivo Google Docs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Edição colaborativa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Custo: grátis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Online: obrigatório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B3D91"/>
                </a:solidFill>
              </a:defRPr>
            </a:pPr>
            <a:r>
              <a:t>Qual escolher? Depende da necessidade! • Trabalho individual → Word | Colaboração → Google Docs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Mapa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01 • Editores de Texto</a:t>
            </a:r>
          </a:p>
        </p:txBody>
      </p:sp>
      <p:sp>
        <p:nvSpPr>
          <p:cNvPr id="5" name="Oval 4"/>
          <p:cNvSpPr/>
          <p:nvPr/>
        </p:nvSpPr>
        <p:spPr>
          <a:xfrm>
            <a:off x="4956048" y="3017520"/>
            <a:ext cx="2286000" cy="1097280"/>
          </a:xfrm>
          <a:prstGeom prst="ellipse">
            <a:avLst/>
          </a:prstGeom>
          <a:solidFill>
            <a:srgbClr val="0B3D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Editores de 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B3D91"/>
                </a:solidFill>
              </a:defRPr>
            </a:pPr>
            <a:r>
              <a:t>Microsoft Word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recursos locais • formatação avançada • offline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285F4"/>
                </a:solidFill>
              </a:defRPr>
            </a:pPr>
            <a:r>
              <a:t>Google Docs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nuvem • colaboração • histórico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26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B050"/>
                </a:solidFill>
              </a:defRPr>
            </a:pPr>
            <a:r>
              <a:t>Operações Básicas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criar • salvar • formatar • inserir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173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Boas Práticas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estilos • consistência • hierarquia • revisão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971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3399"/>
                </a:solidFill>
              </a:defRPr>
            </a:pPr>
            <a:r>
              <a:t>Casos de Uso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relatórios • trabalhos • documentos • propostas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01 • Editores de Texto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B0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AULA 02 — Planilhas Eletrônicas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Excel e Google Planilhas • 10/09/2026 • 2h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Rio do Sul Mais Tech • Fundamentos da Tecnologia e Programação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1. Introdução a Planilhas Eletrônicas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Conteúdo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Planilha</a:t>
            </a:r>
            <a:r>
              <a:rPr b="0"/>
              <a:t> — organiza, calcula e analisa dados em linhas e colunas.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Usos</a:t>
            </a:r>
            <a:r>
              <a:rPr b="0"/>
              <a:t> — orçamento, estoque, notas, vendas, análise e projetos.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Excel</a:t>
            </a:r>
            <a:r>
              <a:rPr b="0"/>
              <a:t> — instalado, .xlsx/.xls, offline e recursos avançados.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Google Planilhas</a:t>
            </a:r>
            <a:r>
              <a:rPr b="0"/>
              <a:t> — web, colaboração em tempo real e exportação .xlsx.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Planilha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Usos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Excel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Google Planilhas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Conteúdo 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2. Estrutura da Planilha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Conteúdo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Célula</a:t>
            </a:r>
            <a:r>
              <a:rPr b="0"/>
              <a:t> — interseção de linha e coluna, como A1 ou B5.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Linhas e colunas</a:t>
            </a:r>
            <a:r>
              <a:rPr b="0"/>
              <a:t> — números nas linhas e letras nas colunas.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Abas</a:t>
            </a:r>
            <a:r>
              <a:rPr b="0"/>
              <a:t> — permitem múltiplas planilhas no mesmo arquivo.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Fórmula</a:t>
            </a:r>
            <a:r>
              <a:rPr b="0"/>
              <a:t> — cálculo iniciado por =.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Dados</a:t>
            </a:r>
            <a:r>
              <a:rPr b="0"/>
              <a:t> — texto, números, datas e booleanos.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Célula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Linhas e colunas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Abas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Fórmula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Dados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Conteúdo 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3. Excel — Operações Básicas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Conteúdo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Arquivos</a:t>
            </a:r>
            <a:r>
              <a:rPr b="0"/>
              <a:t> — criar, abrir, salvar e salvar como.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Navegação</a:t>
            </a:r>
            <a:r>
              <a:rPr b="0"/>
              <a:t> — selecionar células, intervalos e planilha inteira.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Entrada de dados</a:t>
            </a:r>
            <a:r>
              <a:rPr b="0"/>
              <a:t> — digitar, confirmar com Enter e avançar com Tab.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Formatação</a:t>
            </a:r>
            <a:r>
              <a:rPr b="0"/>
              <a:t> — fontes, cores, alinhamento, moeda, percentual e decimal.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Estrutura</a:t>
            </a:r>
            <a:r>
              <a:rPr b="0"/>
              <a:t> — inserir/excluir linhas e colunas e congelar painéis.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Arquivos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Navegação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Entrada de dados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Formatação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Estrutura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Conteúdo 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4. Excel — Fórmulas e Funções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Conteúdo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Operadores</a:t>
            </a:r>
            <a:r>
              <a:rPr b="0"/>
              <a:t> — +  −  ×  ÷  e potenciação.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Funções</a:t>
            </a:r>
            <a:r>
              <a:rPr b="0"/>
              <a:t> — SUM, AVERAGE, COUNT, MAX, MIN, IF e CONCATENATE.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Referência relativa</a:t>
            </a:r>
            <a:r>
              <a:rPr b="0"/>
              <a:t> — A1 muda quando a fórmula é copiada.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Referência absoluta</a:t>
            </a:r>
            <a:r>
              <a:rPr b="0"/>
              <a:t> — $A$1 permanece fixa.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Objetivo</a:t>
            </a:r>
            <a:r>
              <a:rPr b="0"/>
              <a:t> — automatizar cálculos e reduzir trabalho manual.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Operadores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Funções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Referência relativa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Referência absoluta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0B050"/>
                </a:solidFill>
              </a:defRPr>
            </a:pPr>
            <a:r>
              <a:t>Objetivo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Conteúdo 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5. Google Planilhas — Colaboração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Conteúdo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Nuvem</a:t>
            </a:r>
            <a:r>
              <a:rPr b="0"/>
              <a:t> — acesso pelo navegador com conta Google.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Tempo real</a:t>
            </a:r>
            <a:r>
              <a:rPr b="0"/>
              <a:t> — vários usuários podem editar simultaneamente.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Interação</a:t>
            </a:r>
            <a:r>
              <a:rPr b="0"/>
              <a:t> — comentários, sugestões e notificações.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Controle</a:t>
            </a:r>
            <a:r>
              <a:rPr b="0"/>
              <a:t> — histórico automático de versões.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Permissões</a:t>
            </a:r>
            <a:r>
              <a:rPr b="0"/>
              <a:t> — visualizar, comentar ou editar.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Nuvem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Tempo real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Interação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Controle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Permissões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Conteúdo 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6. Gráficos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Conteúdo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Coluna/Barra</a:t>
            </a:r>
            <a:r>
              <a:rPr b="0"/>
              <a:t> — comparar valores.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Pizza</a:t>
            </a:r>
            <a:r>
              <a:rPr b="0"/>
              <a:t> — mostrar partes de um total.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Linha</a:t>
            </a:r>
            <a:r>
              <a:rPr b="0"/>
              <a:t> — visualizar tendências no tempo.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Área</a:t>
            </a:r>
            <a:r>
              <a:rPr b="0"/>
              <a:t> — mostrar composição ao longo do tempo.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Dispersão</a:t>
            </a:r>
            <a:r>
              <a:rPr b="0"/>
              <a:t> — observar relação entre duas variáveis.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Coluna/Barra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Pizza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Linha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Área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4A853"/>
                </a:solidFill>
              </a:defRPr>
            </a:pPr>
            <a:r>
              <a:t>Dispersão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Conteúdo 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Planilhas Eletrônicas — Excel vs. Google Planilhas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INFOGRÁFICO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336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00B050"/>
                </a:solidFill>
              </a:defRPr>
            </a:pPr>
            <a:r>
              <a:t>Microsoft Excel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Instalado no PC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Cálculos avançados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Pivot Table / VLOOKUP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Arquivo .xlsx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Offline: sim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82440" y="1417320"/>
            <a:ext cx="336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69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69707A"/>
                </a:solidFill>
              </a:defRPr>
            </a:pPr>
            <a:r>
              <a:t>Em comum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SUM / AVERAGE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Gráficos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Formatação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Tabelas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Fórmulas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79080" y="1417320"/>
            <a:ext cx="33680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34A853"/>
                </a:solidFill>
              </a:defRPr>
            </a:pPr>
            <a:r>
              <a:t>Google Planilhas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Na nuvem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Colaboração em tempo real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Recursos básicos em expansão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Google Sheets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Online: obrigatório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B050"/>
                </a:solidFill>
              </a:defRPr>
            </a:pPr>
            <a:r>
              <a:t>Ambas suportam funções essenciais como SUM, AVERAGE, IF e CONCATENATE.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Mapa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02 • Planilhas Eletrônicas</a:t>
            </a:r>
          </a:p>
        </p:txBody>
      </p:sp>
      <p:sp>
        <p:nvSpPr>
          <p:cNvPr id="5" name="Oval 4"/>
          <p:cNvSpPr/>
          <p:nvPr/>
        </p:nvSpPr>
        <p:spPr>
          <a:xfrm>
            <a:off x="4956048" y="3017520"/>
            <a:ext cx="2286000" cy="109728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Planilhas Eletrônicas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B050"/>
                </a:solidFill>
              </a:defRPr>
            </a:pPr>
            <a:r>
              <a:t>Estrutura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células • linhas • colunas • referências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285F4"/>
                </a:solidFill>
              </a:defRPr>
            </a:pPr>
            <a:r>
              <a:t>Fórmulas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operadores • SUM • AVERAGE • IF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26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Formatação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cores • fontes • números • bordas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173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3399"/>
                </a:solidFill>
              </a:defRPr>
            </a:pPr>
            <a:r>
              <a:t>Gráficos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coluna • pizza • linha • área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971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B4469"/>
                </a:solidFill>
              </a:defRPr>
            </a:pPr>
            <a:r>
              <a:t>Colaboração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compartilhar • usuários • histórico • comentários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526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5548"/>
                </a:solidFill>
              </a:defRPr>
            </a:pPr>
            <a:r>
              <a:t>Casos de Uso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orçamento • vendas • dados • inventário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02 • Planilhas Eletrônicas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508760"/>
            <a:ext cx="1069848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AULA 03 — Apresentações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PowerPoint e Google Slides • 17/09/2026 • 2h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Rio do Sul Mais Tech • Fundamentos da Tecnologia e Programação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1. Introdução a Apresentações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Apresentação</a:t>
            </a:r>
            <a:r>
              <a:rPr b="0"/>
              <a:t> — sequência de slides para comunicar ideias, dados ou conhecimento.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Usos</a:t>
            </a:r>
            <a:r>
              <a:rPr b="0"/>
              <a:t> — escola, pitches, seminários, treinamentos e reuniões.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Estrutura</a:t>
            </a:r>
            <a:r>
              <a:rPr b="0"/>
              <a:t> — capa → índice → conteúdo → conclusão → perguntas.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PowerPoint</a:t>
            </a:r>
            <a:r>
              <a:rPr b="0"/>
              <a:t> — instalado, offline e recursos avançados.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Google Slides</a:t>
            </a:r>
            <a:r>
              <a:rPr b="0"/>
              <a:t> — web e colaboração em tempo real.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Apresentação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Usos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Estrutura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PowerPoint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Google Slides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2. PowerPoint — Interface e Estrutura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Tela</a:t>
            </a:r>
            <a:r>
              <a:rPr b="0"/>
              <a:t> — painel de slides, editor central, Ribbon e notas.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Novo arquivo</a:t>
            </a:r>
            <a:r>
              <a:rPr b="0"/>
              <a:t> — template/tema ou apresentação em branco.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Slide</a:t>
            </a:r>
            <a:r>
              <a:rPr b="0"/>
              <a:t> — título, corpo, fundo e espaço em branco.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Layouts</a:t>
            </a:r>
            <a:r>
              <a:rPr b="0"/>
              <a:t> — capa, título e conteúdo, comparação, seção e em branco.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Tela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Novo arquivo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Slide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Layouts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3. Formatação e Design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Paleta</a:t>
            </a:r>
            <a:r>
              <a:rPr b="0"/>
              <a:t> — usar 3–4 cores coordenadas e bom contraste.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Tipografia</a:t>
            </a:r>
            <a:r>
              <a:rPr b="0"/>
              <a:t> — título maior; corpo legível; máximo 2 fontes.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Hierarquia</a:t>
            </a:r>
            <a:r>
              <a:rPr b="0"/>
              <a:t> — diferenciar título, tópico principal e detalhes.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Boas práticas</a:t>
            </a:r>
            <a:r>
              <a:rPr b="0"/>
              <a:t> — menos texto, mais visual, alinhamento e espaço em branco.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Evitar</a:t>
            </a:r>
            <a:r>
              <a:rPr b="0"/>
              <a:t> — efeitos excessivos e leitura direta do slide.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Paleta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Tipografia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Hierarquia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Boas práticas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Evitar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3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4. Inserir Elementos Multimídia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Imagens</a:t>
            </a:r>
            <a:r>
              <a:rPr b="0"/>
              <a:t> — inserir, redimensionar e aplicar estilos.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Tabelas</a:t>
            </a:r>
            <a:r>
              <a:rPr b="0"/>
              <a:t> — organizar dados em linhas e colunas.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Gráficos</a:t>
            </a:r>
            <a:r>
              <a:rPr b="0"/>
              <a:t> — comparar e visualizar informações.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Formas</a:t>
            </a:r>
            <a:r>
              <a:rPr b="0"/>
              <a:t> — diagramas e caixas de texto.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Vídeo/Áudio</a:t>
            </a:r>
            <a:r>
              <a:rPr b="0"/>
              <a:t> — usar quando contribuir para a mensagem.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Imagens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Tabelas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Gráficos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Formas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663399"/>
                </a:solidFill>
              </a:defRPr>
            </a:pPr>
            <a:r>
              <a:t>Vídeo/Áudio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5. Animações e Transições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Transições</a:t>
            </a:r>
            <a:r>
              <a:rPr b="0"/>
              <a:t> — controlam a passagem entre slides.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Animações</a:t>
            </a:r>
            <a:r>
              <a:rPr b="0"/>
              <a:t> — movimentam ou revelam objetos no slide.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Entrada / Saída</a:t>
            </a:r>
            <a:r>
              <a:rPr b="0"/>
              <a:t> — controlam aparecimento e desaparecimento.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Ênfase</a:t>
            </a:r>
            <a:r>
              <a:rPr b="0"/>
              <a:t> — destaca pontos importantes.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Regra</a:t>
            </a:r>
            <a:r>
              <a:rPr b="0"/>
              <a:t> — usar com consistência e sem exageros.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Transições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Animações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Entrada / Saída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Ênfase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Regra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6. Google Slides — Colaboração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Acesso</a:t>
            </a:r>
            <a:r>
              <a:rPr b="0"/>
              <a:t> — ambiente web com conta Google.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Coautoria</a:t>
            </a:r>
            <a:r>
              <a:rPr b="0"/>
              <a:t> — vários usuários editam simultaneamente.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Comentários</a:t>
            </a:r>
            <a:r>
              <a:rPr b="0"/>
              <a:t> — facilitam revisão e feedback.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Histórico</a:t>
            </a:r>
            <a:r>
              <a:rPr b="0"/>
              <a:t> — permite acompanhar versões.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Apresentação</a:t>
            </a:r>
            <a:r>
              <a:rPr b="0"/>
              <a:t> — modo web com notas do apresentador.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Acesso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Coautoria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Comentários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Histórico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4285F4"/>
                </a:solidFill>
              </a:defRPr>
            </a:pPr>
            <a:r>
              <a:t>Apresentação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7. Dicas para Apresentação Eficaz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Conteúdo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658368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Antes</a:t>
            </a:r>
            <a:r>
              <a:rPr b="0"/>
              <a:t> — ensaiar, conhecer o espaço e testar equipamentos.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Clareza</a:t>
            </a:r>
            <a:r>
              <a:rPr b="0"/>
              <a:t> — falar em ritmo adequado e com boa dicção.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Contato visual</a:t>
            </a:r>
            <a:r>
              <a:rPr b="0"/>
              <a:t> — conectar-se com a audiência.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Perguntas</a:t>
            </a:r>
            <a:r>
              <a:rPr b="0"/>
              <a:t> — reservar tempo para interação.</a:t>
            </a:r>
          </a:p>
          <a:p>
            <a:pPr>
              <a:spcAft>
                <a:spcPts val="1300"/>
              </a:spcAft>
              <a:defRPr b="1" sz="1800">
                <a:solidFill>
                  <a:srgbClr val="23272F"/>
                </a:solidFill>
              </a:defRPr>
            </a:pPr>
            <a:r>
              <a:t>Nervosismo</a:t>
            </a:r>
            <a:r>
              <a:rPr b="0"/>
              <a:t> — preparação e domínio do assunto aumentam segurança.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508760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Antes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350008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Clareza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3191256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Contato visual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18120" y="4032504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Perguntas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4873752"/>
            <a:ext cx="3520440" cy="621792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E67E22"/>
                </a:solidFill>
              </a:defRPr>
            </a:pPr>
            <a:r>
              <a:t>Nervosismo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Conteúdo 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Como Criar uma Apresentação Profissional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INFOGRÁFICO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1929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B3D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0B3D91"/>
                </a:solidFill>
              </a:defRPr>
            </a:pPr>
            <a:r>
              <a:t>1. Planejamento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objetivo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audiência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estrutura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tema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43784" y="1417320"/>
            <a:ext cx="1929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4285F4"/>
                </a:solidFill>
              </a:defRPr>
            </a:pPr>
            <a:r>
              <a:t>2. Design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até 3 cores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até 2 fontes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espaço visual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imagens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01768" y="1417320"/>
            <a:ext cx="1929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00B050"/>
                </a:solidFill>
              </a:defRPr>
            </a:pPr>
            <a:r>
              <a:t>3. Conteúdo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menos texto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uma ideia/slide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hierarquia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ponto-chave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59752" y="1417320"/>
            <a:ext cx="1929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E67E22"/>
                </a:solidFill>
              </a:defRPr>
            </a:pPr>
            <a:r>
              <a:t>4. Multimídia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imagens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gráficos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vídeos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transições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17736" y="1417320"/>
            <a:ext cx="1929384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/>
          <a:lstStyle/>
          <a:p>
            <a:pPr algn="ctr">
              <a:defRPr sz="2000" b="1">
                <a:solidFill>
                  <a:srgbClr val="663399"/>
                </a:solidFill>
              </a:defRPr>
            </a:pPr>
            <a:r>
              <a:t>5. Apresentação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ensaiar 2x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clareza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contato visual</a:t>
            </a:r>
          </a:p>
          <a:p>
            <a:pPr>
              <a:spcBef>
                <a:spcPts val="900"/>
              </a:spcBef>
              <a:defRPr sz="1400">
                <a:solidFill>
                  <a:srgbClr val="23272F"/>
                </a:solidFill>
              </a:defRPr>
            </a:pPr>
            <a:r>
              <a:t>• perguntas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08076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663399"/>
                </a:solidFill>
              </a:defRPr>
            </a:pPr>
            <a:r>
              <a:t>PowerPoint: offline ✓ • Google Slides: colaboração e web ✓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9728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3272F"/>
                </a:solidFill>
              </a:defRPr>
            </a:pPr>
            <a:r>
              <a:t>Mapa Mental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97280"/>
            <a:ext cx="1005840" cy="64008"/>
          </a:xfrm>
          <a:prstGeom prst="rect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83080" y="941832"/>
            <a:ext cx="9692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07A"/>
                </a:solidFill>
              </a:defRPr>
            </a:pPr>
            <a:r>
              <a:t>Aula 03 • Apresentações Profissionais</a:t>
            </a:r>
          </a:p>
        </p:txBody>
      </p:sp>
      <p:sp>
        <p:nvSpPr>
          <p:cNvPr id="5" name="Oval 4"/>
          <p:cNvSpPr/>
          <p:nvPr/>
        </p:nvSpPr>
        <p:spPr>
          <a:xfrm>
            <a:off x="4956048" y="3017520"/>
            <a:ext cx="2286000" cy="1097280"/>
          </a:xfrm>
          <a:prstGeom prst="ellipse">
            <a:avLst/>
          </a:prstGeom>
          <a:solidFill>
            <a:srgbClr val="66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Apresentações Profissionais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4173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428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4285F4"/>
                </a:solidFill>
              </a:defRPr>
            </a:pPr>
            <a:r>
              <a:t>Ferramentas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PowerPoint • Google Slides • Keynote • Canva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971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B050"/>
                </a:solidFill>
              </a:defRPr>
            </a:pPr>
            <a:r>
              <a:t>Estrutura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título • corpo • fundo • espaço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526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E67E22"/>
                </a:solidFill>
              </a:defRPr>
            </a:pPr>
            <a:r>
              <a:t>Design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cores • tipografia • imagens • alinhamento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78240" y="14173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63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63399"/>
                </a:solidFill>
              </a:defRPr>
            </a:pPr>
            <a:r>
              <a:t>Tipos de Slides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capa • índice • conteúdo • conclusão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78240" y="297180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B44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B4469"/>
                </a:solidFill>
              </a:defRPr>
            </a:pPr>
            <a:r>
              <a:t>Multimídia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imagens • gráficos • vídeo • áudio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45262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C8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C83C3C"/>
                </a:solidFill>
              </a:defRPr>
            </a:pPr>
            <a:r>
              <a:t>Animações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transições • entrada • saída • ênfase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507492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795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795548"/>
                </a:solidFill>
              </a:defRPr>
            </a:pPr>
            <a:r>
              <a:t>Apresentação Oral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ensaio • dicção • contato • ritmo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25880"/>
            <a:ext cx="2514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6970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69707A"/>
                </a:solidFill>
              </a:defRPr>
            </a:pPr>
            <a:r>
              <a:t>Boas Práticas</a:t>
            </a:r>
          </a:p>
          <a:p>
            <a:pPr algn="ctr">
              <a:defRPr sz="900">
                <a:solidFill>
                  <a:srgbClr val="23272F"/>
                </a:solidFill>
              </a:defRPr>
            </a:pPr>
            <a:r>
              <a:t>menos texto • consistência • revisão • teste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44652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707A"/>
                </a:solidFill>
              </a:defRPr>
            </a:pPr>
            <a:r>
              <a:t>Aula 03 • Apresentações Profissionais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