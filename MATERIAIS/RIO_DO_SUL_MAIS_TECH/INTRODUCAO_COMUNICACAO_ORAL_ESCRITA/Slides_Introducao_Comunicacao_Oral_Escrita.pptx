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Comunicação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e Escrita para 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do Trabalho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Qualificação Profissional · 33 horas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Programa Rio do Sul Mais Tech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entre SENAI e Prefeitura Municipal de Rio do Sul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alunos do 8° e 9° ano do Ensino Fundamental (12–15 anos)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preparar jovens para o mundo do trabalho com competências técnicas e comportamentais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UC: Introdução à Comunicação Oral e Escrita — 33 horas presenciais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quinzenais/semanais com atividades práticas e teóricas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Unidade Curricular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habilidades de comunicação oral e escrita essenciais para o ambiente profissional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os alunos para interações no mundo do trabalho com clareza, respeito e assertividade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para a produção de textos técnicos e documentos profissionais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Estimular a escuta ativa, o pensamento crítico e a expressão oral com segurança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comunicar bem importa?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comunicação causam erros, retrabalho e conflitos no ambiente de trabalho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se comunicam bem se destacam em qualquer área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comunicação clara constrói confiança com colegas e clientes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é uma habilidade — pode ser aprendida e praticada!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forma como falamos e escrevemos revela nossa postura profissional."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desenvolver nesta UC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CB1 · Comunicar-se com clareza, objetividade e respeito em diferentes contextos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CB2 · Produzir textos técnicos alinhados às exigências do mundo do trabalho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CB3 · Aplicar técnicas de comunicação interpessoal e trabalho em equipe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CB4 · Utilizar ferramentas digitais de comunicação com responsabilidade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CT5 · Apresentar ideias oralmente com clareza, postura e adequação ao contexto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Formativo — 33 horas (Encontros 1–8)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 · O que é comunicação? Por que ela importa?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2 · Elementos do processo comunicativo e barreiras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3 · Comunicação verbal e não verbal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4 · Escuta ativa e empatia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5 · Comunicação assertiva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6 · Falar em público — técnicas e postura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7 · Falar em público — prática e feedback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8 · Reuniões e trabalho em equipe (2h)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Formativo — 33 horas (Encontros 9–16)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9  · Atendimento ao cliente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10 · Introdução à redação profissional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11 · E-mail corporativo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12 · Comunicado, memorando e ata de reunião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13 · Relato de ocorrência e outros gêneros profissionais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14 · Ferramentas digitais e redes corporativas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15 · Netiqueta e segurança digital (2h)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16 · Revisão, apresentações finais e encerramento (3h)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será avaliado?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 engajamento — postura comunicativa observada ao longo dos encontros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escritas — produção de textos profissionais (e-mail, ata, comunicado...)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oral — prática de fala em público, individual ou em dupla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/ pasta do aluno — compilação dos textos produzidos durante a UC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final — documento profissional + apresentação oral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de Conteúdo da UC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Fundamentos da Comunicação no Mundo do Trabalho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Técnicas de Comunicação Oral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Redação Técnica e Formal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Ferramentas Digitais para Comunicação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combina teoria, exemplos práticos e atividades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— O que você vai aprender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004D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Elementos, barreiras, verbal/não verbal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004D5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em público, reuniões, atendimento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004D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ata, comunicado, relato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6576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004D5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480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Netiqueta, redes corporativas, segurança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 da UC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mútuo: escutar é tão importante quanto falar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Participe! Comunicação só se aprende na prática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com uso consciente — aqui ele pode ser um recurso de aprendizagem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Traga suas dúvidas — não existe pergunta boba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sua apostila — ela é o registro de toda a jornada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 o Mercado de Trabalho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vaga de emprego valoriza: comunicação, trabalho em equipe e proatividade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escrever um e-mail profissional já diferencia um candidato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é a habilidade mais citada em entrevistas de emprego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 tecnologia buscam profissionais que comunicam ideias com clareza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UC te prepara para atuar em qualquer área com mais confiança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Profissional Comunicador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Expressa-se com clareza — sem rodeios nem excesso de jargões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 antes de responder — a escuta ativa evita mal-entendidos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a linguagem ao contexto — formal no trabalho, informal entre amigos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com objetividade — vai direto ao ponto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 tecnologia com responsabilidade — respeita a netiqueta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e Materiais de Apoio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MEDEIROS, João Bosco · Redação Empresarial · São Paulo: Atlas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POLITO, Reinaldo · Como Falar Corretamente e Sem Inibições · Saraiva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GUIMARÃES, Elisa · A Articulação do Texto · Ática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ABNT NBR 14724 — Informação e documentação: trabalhos acadêmicos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atividades disponibilizados pelo professor ao longo da UC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comunicação é a habilidade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abre todas as outras portas."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começar!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· Introdução à Comunicação Oral e Escrita para o Mundo do Trabalho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109728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Comunicação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comunicação?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é o processo de transmitir uma mensagem entre pessoas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acontecer de muitas formas: falando, escrevendo, gesticulando, em silêncio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do processo comunicativo: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Emissor — quem envia a mensagem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Receptor — quem recebe a mensagem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Mensagem — o conteúdo transmitido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Canal — o meio utilizado (voz, e-mail, telefone...)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Código — a linguagem compartilhada (português, libras...)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Ruído — qualquer interferência que distorce a mensagem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Feedback — a resposta do receptor ao emissor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Ruídos na Comunicação — Exemplos do Trabalho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ruídos? Tudo que interfere e distorce a mensagem enviada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Ruídos físicos: barulho no ambiente, má conexão de internet, microfone com falha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Ruídos semânticos: uso de termos técnicos que o receptor não conhece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Ruídos psicológicos: preconceitos, ansiedade, desatenção, falta de empatia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Ruídos de canal: e-mail enviado para destinatário errado, mensagem não lida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 chefe passa instrução rápida no corredor → funcionário entende errado → retrabalho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reduzir ruídos? Confirme o entendimento, use linguagem clara, escolha o canal certo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Adequado — Formal vs. Informal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é a forma como adaptamos nossa linguagem ao contexto e ao interlocutor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informal: usado com amigos, família — gírias, abreviações, linguagem relaxada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formal: usado no trabalho, com clientes, em documentos — norma culta, cortesia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ambiente profissional, o registro formal demonstra respeito e profissionalismo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informalidade excessiva pode ser interpretada como descuido ou falta de seriedade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'Oi, o relatório tá pronto?' (informal) × 'Bom dia, o relatório está disponível.' (formal)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observe o ambiente e espelhe o tom adotado pela equipe ou cliente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Ativa — O que é e como praticar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ativa é ouvir com atenção plena — não apenas aguardar a vez de falar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Envolve: prestar atenção, demonstrar interesse, fazer perguntas e confirmar o entendimento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Benefícios: evita mal-entendidos, fortalece relações, melhora o trabalho em equipe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praticar: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Mantenha contato visual com quem fala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Não interrompa — deixe a pessoa concluir o raciocínio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Repita com suas palavras o que entendeu: 'Então, você quer dizer que...'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Faça perguntas para esclarecer dúvidas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Evite distrações: celular guardado, olhar de lado, pensar em outra coisa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Não-Verbal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60% do que comunicamos não vem das palavras, mas do corpo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da comunicação não-verbal: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Gestos — reforçam ou contradizem o que está sendo dito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Postura — postura ereta transmite confiança; postura curvada, insegurança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Expressão facial — um sorriso, uma sobrancelha franzida, um olhar direto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Tom de voz — velocidade, volume e entonação mudam completamente o significado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Distância física — respeitar o espaço pessoal é uma forma de respeito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trabalho: aparência cuidada, postura aberta e expressão atenta passam profissionalismo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109728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Oral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em Público — Técnicas Básicas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medo de falar em público é um dos mais comuns — e pode ser superado com prática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essenciais: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Prepare-se: conheça bem o conteúdo antes de falar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Organize as ideias: início (contexto), meio (desenvolvimento), fim (conclusão)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Fale devagar — a ansiedade acelera a fala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pausas estratégicas para dar ênfase e respirar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Olhe para o público — não fique de costas ou olhando para o chão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linguagem simples e exemplos concretos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falar em público melhora com cada tentativa!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Participar de uma Reunião Profissional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reunião: leia a pauta, prepare suas ideias e chegue no horário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reunião: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Preste atenção — tome notas dos pontos importantes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Espere sua vez de falar — não interrompa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Fale de forma objetiva — seja breve e claro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Questione com respeito: 'Posso fazer uma pergunta?' ou 'Tenho uma sugestão...'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Evite o celular — demonstra desrespeito aos presentes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 reunião: cumpra os compromissos assumidos e registre as decisões tomadas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 — Linguagem e Postura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contato define a impressão que o cliente terá da empresa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no atendimento: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'bom dia/boa tarde', 'por favor', 'obrigado(a)' — sempre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Evite gírias e palavrões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Fale com calma, mesmo diante de clientes agitados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frases afirmativas: 'Posso verificar para você' em vez de 'Não sei'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no atendimento: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Sorriso (inclusive no telefone — a voz muda!), postura ereta, olhar atento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Nunca discuta com o cliente — busque a solução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Encerre sempre com: 'Posso ajudar em mais alguma coisa?'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Assertiva — Dizer o que pensa com respeito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Assertividade é expressar sua opinião, necessidade ou limite com clareza e respeito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estilos de comunicação: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Passivo: cala o que pensa, evita conflito, gera ressentimento interno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Agressivo: impõe a opinião, desrespeita o outro, gera conflito externo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Assertivo: expressa com clareza e respeito — o ponto de equilíbrio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 assertivo: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'eu' em vez de 'você': 'Eu me sinto sobrecarregado' em vez de 'Você me sobrecarrega'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Seja específico: diga o que quer, não apenas o que não quer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Mantenha tom calmo e postura aberta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Construtivo (Feedback) — Como dar e receber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é uma ferramenta essencial de crescimento no trabalho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dar um feedback construtivo: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Escolha um momento adequado — em privado, sem pressão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Seja específico: descreva o comportamento, não a pessoa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a estrutura: situação → comportamento → impacto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Sugira uma alternativa: 'Da próxima vez, que tal...'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Finalize com encorajamento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receber feedback: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Ouça sem se defender imediatamente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Agradeça — mesmo que doa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Reflita antes de responder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o feedback como oportunidade de melhoria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109728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Técnica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da Redação Técnica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técnica é a escrita objetiva e padronizada usada no ambiente profissional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princípios fundamentais: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Clareza — o texto deve ser facilmente compreendido pelo leitor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Objetividade — vá direto ao ponto, sem rodeios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Correção — respeite a gramática, a ortografia e a norma culta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Coesão e coerência — as ideias devem estar conectadas e fazer sentido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Evite: palavras desnecessárias, jargões sem explicação, frases longas e confusas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Lembre-se: quem lê não tem tempo a perder — facilite a leitura!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um E-mail Profissional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Assunto: claro e específico — 'Solicitação de reunião — Projeto X'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Saudação: 'Bom dia, [Nome],' ou 'Prezado(a) [Nome],'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identifique-se (se necessário) e contextualize o motivo do e-mail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Desenvolvimento: exponha sua solicitação, informação ou resposta com clareza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agradeça, indique próximos passos ou coloque-se à disposição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Despedida: 'Atenciosamente,' ou 'Cordialmente,'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Assinatura: nome completo, cargo, empresa, contato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revise antes de enviar — erros de português são imperdoáveis em e-mails profissionais!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Escrever um Comunicado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 é um documento simples para informar algo a um grupo ou equipe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básica: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Cabeçalho: empresa/setor + data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Título: COMUNICADO (em destaque)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Destinatário: 'A todos os colaboradores do setor X'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Corpo: informação clara, objetiva, sem excesso de detalhes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Assinatura: nome e cargo de quem emite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quando: avisar sobre mudança de horário, reunião, nova política, evento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Evite: linguagem informal, informações desnecessárias, erros de digitação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início: 'Comunicamos que, a partir de [data], o horário de atendimento será...'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de Reunião — Estrutura e Exemplo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é o registro oficial do que foi discutido e decidido em uma reunião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ata: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Cabeçalho: data, horário, local, participantes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Abertura: quem presidiu a reunião e qual foi o objetivo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Pauta: tópicos discutidos, em ordem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Deliberações: decisões tomadas e responsáveis por cada ação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Encerramento: horário de encerramento e assinaturas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essenciais: linguagem formal, impessoal, verbo no passado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'Deliberou-se que a entrega do relatório será realizada até...'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a ata deve ser lavrada durante ou logo após a reunião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de Ocorrência — Quando usar e como escrever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de ocorrência é um registro formal de um evento ou incidente no ambiente de trabalho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usar: acidentes, falhas de equipamento, conflitos, situações incomuns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relato: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Data, horário e local do ocorrido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Descrição objetiva dos fatos (sem julgamento, sem emoção)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Pessoas envolvidas ou testemunhas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Consequências ou danos identificados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Medidas tomadas imediatamente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Assinatura de quem relata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relatar FATOS, não opiniões — 'O equipamento parou às 14h' (fato) × 'Foi descuido' (opinião)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e Reescrita de Textos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é tão importante quanto escrever — nenhum texto profissional deve ser enviado sem revisão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revisar: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Ortografia: palavras escritas corretamente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Gramática: concordância verbal e nominal, regência, pontuação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Clareza: o texto está compreensível para quem vai ler?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Coerência: as ideias fazem sentido e estão na ordem certa?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Formatação: o documento está apresentável?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leia em voz alta — os erros ficam mais evidentes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2: leia uma vez para conteúdo e outra vez só para erros de português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corretor do Word, Grammarly (inglês), leitura por outra pessoa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109728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Digitais de Comunicação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Profissional — Boas Práticas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sempre preenchido e específico — e-mail sem assunto pode ser ignorado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até 24h — em ambiente profissional, agilidade é respeito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envie em maiúsculas — equivale a GRITAR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'Responder a todos' — verifique se todos realmente precisam receber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em anexo: avise no corpo do e-mail o que está sendo enviado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profissional: nome, cargo, empresa, telefone e e-mail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emojis, gírias e abreviações em e-mails formais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antes de enviar — você não pode 'desfazer' um e-mail enviado!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em Redes Corporativas (Teams, Slack, WhatsApp Business)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corporativas são extensões do ambiente profissional — mantenha o tom adequado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e Slack: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os canais corretos para cada tipo de assunto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Marque a pessoa com @nome apenas quando necessário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Prefira mensagens diretas para assuntos individuais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/ grupos de trabalho: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Respeite horários — evite mensagens fora do horário comercial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Seja breve e objetivo — não mande áudios longos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Nunca compartilhe informações confidenciais por grupos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geral: se não diria em uma reunião formal, não envie em canal corporativo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Netiqueta — Regras de Etiqueta Digital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Netiqueta = etiqueta na internet — conjunto de boas práticas na comunicação online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essenciais: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Leia antes de responder — entenda o contexto da mensagem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Não compartilhe notícias sem verificar a fonte (não alimente fake news)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Respeite a privacidade — não reencaminhe mensagens privadas sem permissão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Em videoconferências: câmera ligada, fundo neutro, microfone mudo quando não está falando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Não use redes corporativas para assuntos pessoais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Responda todas as mensagens — ignorar é falta de educação também online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Lembre-se: tudo que você escreve online pode ser lido, copiado e compartilhado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4D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Digital na Comunicação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segurança digital é responsabilidade de todos no ambiente de trabalho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seguras: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Use senhas longas com letras, números e símbolos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Nunca compartilhe sua senha com colegas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Troque senhas periodicamente e use diferentes senhas para cada conta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phishing: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Phishing = e-mails/mensagens falsas para roubar dados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Desconfie de links suspeitos, urgência excessiva ou remetentes desconhecidos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Nunca clique em links de e-mails não solicitados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de dados: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Não compartilhe dados de clientes ou colegas sem autorização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1A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Conheça a LGPD — Lei Geral de Proteção de Dados (Lei 13.709/2018)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Final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bem é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competência profissional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Entenda o processo comunicativo e elimine os ruídos
</a:t>
            </a:r>
            <a:pPr indent="0" marL="0">
              <a:buNone/>
            </a:pPr>
            <a:r>
              <a:rPr lang="en-US" sz="14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Pratique a escuta ativa — ouça de verdade
</a:t>
            </a:r>
            <a:pPr indent="0" marL="0">
              <a:buNone/>
            </a:pPr>
            <a:r>
              <a:rPr lang="en-US" sz="14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Adapte sua linguagem ao contexto: formal no trabalho
</a:t>
            </a:r>
            <a:pPr indent="0" marL="0">
              <a:buNone/>
            </a:pPr>
            <a:r>
              <a:rPr lang="en-US" sz="14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Produza documentos claros, objetivos e corretos
</a:t>
            </a:r>
            <a:pPr indent="0" marL="0">
              <a:buNone/>
            </a:pPr>
            <a:r>
              <a:rPr lang="en-US" sz="14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 as ferramentas digitais com responsabilidade e segurança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4D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Comunicação Oral e Escrita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2026-08-19T17:38:42Z</dcterms:created>
  <dcterms:modified xsi:type="dcterms:W3CDTF">2026-08-19T17:38:42Z</dcterms:modified>
</cp:coreProperties>
</file>