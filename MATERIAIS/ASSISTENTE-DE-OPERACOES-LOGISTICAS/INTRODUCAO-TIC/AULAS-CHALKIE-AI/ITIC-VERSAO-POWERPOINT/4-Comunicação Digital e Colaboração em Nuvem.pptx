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Lexend-bold.fntdata"/><Relationship Id="rId25" Type="http://schemas.openxmlformats.org/officeDocument/2006/relationships/slide" Target="slides/slide21.xml"/><Relationship Id="rId47" Type="http://schemas.openxmlformats.org/officeDocument/2006/relationships/font" Target="fonts/Lexend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43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7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19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44.pn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Relationship Id="rId4" Type="http://schemas.openxmlformats.org/officeDocument/2006/relationships/hyperlink" Target="http://www.youtube.com/watch?v=RcycYjco_Cs" TargetMode="External"/><Relationship Id="rId5" Type="http://schemas.openxmlformats.org/officeDocument/2006/relationships/image" Target="../media/image3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Relationship Id="rId4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Relationship Id="rId4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Relationship Id="rId4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Relationship Id="rId4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jpg"/><Relationship Id="rId4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Relationship Id="rId4" Type="http://schemas.openxmlformats.org/officeDocument/2006/relationships/image" Target="../media/image6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jpg"/><Relationship Id="rId4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jpg"/><Relationship Id="rId4" Type="http://schemas.openxmlformats.org/officeDocument/2006/relationships/image" Target="../media/image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jpg"/><Relationship Id="rId4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Relationship Id="rId4" Type="http://schemas.openxmlformats.org/officeDocument/2006/relationships/image" Target="../media/image61.png"/><Relationship Id="rId5" Type="http://schemas.openxmlformats.org/officeDocument/2006/relationships/image" Target="../media/image77.png"/><Relationship Id="rId6" Type="http://schemas.openxmlformats.org/officeDocument/2006/relationships/image" Target="../media/image68.png"/><Relationship Id="rId7" Type="http://schemas.openxmlformats.org/officeDocument/2006/relationships/image" Target="../media/image7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jpg"/><Relationship Id="rId4" Type="http://schemas.openxmlformats.org/officeDocument/2006/relationships/image" Target="../media/image76.png"/><Relationship Id="rId5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jpg"/><Relationship Id="rId4" Type="http://schemas.openxmlformats.org/officeDocument/2006/relationships/image" Target="../media/image7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a1d8d10971420247c53fb8387ce4e5a5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Digital e Colaboração em Nuvem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308610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 profissional, computação em nuvem e trabalho colaborativo eficiente.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2d26f1707e25bec2e3dd9be0277b98c9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Desafio da Conectividade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Você já enviou um e-mail com anexo esquecido ou apagou acidentalmente um arquivo compartilhado de um colega de equipe?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1ca66de94413053acaa254754f066996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25146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5750" y="880110"/>
            <a:ext cx="51435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vamos dominar hoje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Redigir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e-mails corporativos padronizados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com clareza, concisão e normas de etiqueta.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Operar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serviços em nuvem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definindo permissões seguras e sincronização de arquivos.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postura ética e resolução de conflitos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em ambientes de colaboração remota.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85750" y="326898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65810" y="338328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Essas habilidades são fundamentais para o estágio, o mercado industrial e o trabalho em equipe.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ae06ad6760b71b954c8940ba56fde0f1.png" id="43" name="Google Shape;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e3f78a1f4bbc13c90b7b519d553d3fe0.png" id="44" name="Google Shape;4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fc5d16ddce7a36a00485c22878109fe3.png" id="45" name="Google Shape;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6b93319ae15bc8747a761a317b3a4457.png" id="46" name="Google Shape;4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Correio assíncrono para mensagens e registros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Nuvem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Servidores remotos que hospedam serviços e arquivos online.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Sincronização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Atualização automática mantendo versões iguais em dispositivos.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Permissão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Nível de acesso (leitura ou edição) em arquivos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d6d6e62310eb7122cbdceca255a23a2a.png" id="57" name="Google Shape;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3714750" y="32004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Busca e Direitos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714750" y="948690"/>
            <a:ext cx="51435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Pesquisa responsável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aula anterior, aprendemos a refinar buscas usando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operadores booleanos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a checar a credibilidade de fontes acadêmicas e técnicas.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714750" y="24003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Também analisamos a importância dos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direitos autorais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das licenças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Creative Commons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ao reutilizar textos e imagens corporativas.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714750" y="346329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3829050" y="36118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194810" y="357759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Plágio viola a legislação brasileira e rompe a confiabilidade profissional na empresa.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74db676abbf9321227487417a15623c8.png"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Quiz: Busca e Direitos Autorais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operador booleano restringe os termos de pesquisa exigindo que ambos estejam presentes?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licença pública permite compartilhar e adaptar obras garantindo os créditos do autor original?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copiar e colar conteúdos corporativos sem citar a fonte configura infração ética?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Quiz: Busca e Direitos Autorais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operador AND (ou E).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Creative Commons (CC BY).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viola direitos autorais e compromete a integridade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f9019789a1c956965d0e1fd5fb5147af.png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E-mail no Ambiente Corporativo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85750" y="2617470"/>
            <a:ext cx="31546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PROFISSIONAL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85750" y="292608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Diferente de aplicativos de mensagens instantâneas,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 corporativo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funciona como documento oficial auditável dentro de uma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373761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400050" y="38862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765810" y="385191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Mensagens de correio eletrônico registram decisões formais, entregas de relatórios técnicos e alinhamentos de responsabilidade com validade jurídica.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17145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237744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457200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777990" y="172593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Anatomia do E-mail Formal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estrutura de um e-mail técnico segue um padrão estruturado indispensável para garantir clareza imediata e evitar retrabalho: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285750" y="218313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Contexto claro e objetivo.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2491740" y="218313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Saudação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Tratamento formal ao destinatário.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686300" y="218313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Corpo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Mensagem direta e concisa.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6892290" y="218313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Despedida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Assinatura com cargo corporativo.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3232ebd022c8c3d7c1b87168ca8dab0c.png"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Redigindo o Assunto Perfeito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cartão de visitas da mensagem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campo de assunto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determina se seu e-mail será priorizado ou ignorado em uma caixa de entrada lotada.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4286250" y="225171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assuntos vagos como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Dúvida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Urgente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Utilize a fórmula: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4286250" y="306324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4400550" y="32118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766310" y="317754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 ideal: [TI - Laboratório 2] Relatório de Manutenção de Redes - Entrega 14/05.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/>
          <p:nvPr/>
        </p:nvSpPr>
        <p:spPr>
          <a:xfrm>
            <a:off x="285750" y="25146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Saudação e Encerramento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85750" y="88011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Saudações Adequadas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Adapte o vocabulário ao nível hierárquico e ao destinatário: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Prezada Professora Maria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Olá, Equipe de Suporte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Caro Coordenador Carlos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85750" y="3074670"/>
            <a:ext cx="419481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765810" y="3188970"/>
            <a:ext cx="360045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gírias como 'Fala galera' ou 'E aí' no contexto profissional.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4652010" y="88011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Fechamento e Assinatura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Encerre cordialmente com seus dados de contato: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Atenciosamente / Cordialmente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Nome completo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Cargo ou Turma (1º Ano TI)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Ramal ou e-mail institucional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652010" y="3394710"/>
            <a:ext cx="419481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476631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132070" y="3509010"/>
            <a:ext cx="360045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Assinaturas institucionais reforçam a identidade profissional.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b121ecd936166b28470974777dea09bd.png" id="142" name="Google Shape;1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Destinatários: Para, CC e CCO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85750" y="1257300"/>
            <a:ext cx="51435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Quem deve receber a mensagem?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Destinatário principal, de quem se espera 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CC: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Pessoas informadas para acompanhamento, sem resposta obrigatória.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CCO: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Protege privacidade em listas e evita vazamento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85750" y="364617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400050" y="37947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765810" y="376047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Enviar e-mails em massa sem CCO viola a LGPD ao expor contatos.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Uso do Campo CCO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qual situação o uso do campo CÓPIA OCULTA (CCO) é estritamente recomendado pelas boas práticas corporativas e pela LGPD?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relatório em que todos os membros da equipe precisam colaborar.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encaminhar um link de reunião interna de alinhamento diário.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pedir esclarecimentos técnicos diretamente ao seu supervisor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comunicado geral para dezenas de clientes externos simultaneamente.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Uso do Campo CCO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qual situação o uso do campo CÓPIA OCULTA (CCO) é estritamente recomendado pelas boas práticas corporativas e pela LGPD?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relatório em que todos os membros da equipe precisam colaborar.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encaminhar um link de reunião interna de alinhamento diário.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pedir esclarecimentos técnicos diretamente ao seu supervisor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comunicado geral para dezenas de clientes externos simultaneamente.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06e45a9d212b9191c708adb3cee5aa4f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86" name="Google Shape;186;p17"/>
          <p:cNvSpPr/>
          <p:nvPr/>
        </p:nvSpPr>
        <p:spPr>
          <a:xfrm>
            <a:off x="3714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Gestão Eficiente de Anexos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714750" y="80010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Cuidados técnicos essenciais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Arquivos pesados podem ser bloqueados por filtros de segurança.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714750" y="1988820"/>
            <a:ext cx="5143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Nomeie com padrão: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 em vez de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Prefira formatos universais: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Use PDF para documentos finais.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Avisos no texto: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Cite no corpo que há um anexo incluído.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714750" y="373761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3829050" y="38862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194810" y="385191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Para arquivos &gt; 20 MB, use links de armazenamento em nuvem.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285750" y="5486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Netiqueta e Erros Frequentes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85750" y="117729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nunca fazer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Escrever com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CAPS LOCK ATIVADO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(equivale a gritar no ambiente corporativo).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Responder com 'Responder a Todos' para mensagens simples de agradecimento.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Encaminhar e-mails com cadeias de conversas confidenciais sem autorização.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652010" y="117729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Boas práticas recomendadas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Revisar concordância e ortografia antes de clicar em enviar.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Respeitar o horário comercial para mensagens não urgentes.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Confirmar o recebimento de mensagens importantes em até 24 horas úteis.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b8e2e30cbb6ba10a8acb00af0ff4be05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abf272cabfd5f34d8e93d520d31c0fc5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Atividade: Redação de E-mail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Assunto: Relatório Cabeamento 042-A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Para: professor@escola.com CC: equipe@projeto.com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Prezado, envio o relatório final do projeto de cabeamento com a infraestrutura e testes de certificação. Estou à disposição para dúvidas ou ajustes.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Atenciosamente,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Seu Nome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Técnico em Redes | Matrícula 12345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26aac8a3460af8a8123bf90798379267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que é Computação em Nuvem?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85750" y="868680"/>
            <a:ext cx="309753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ARMAZENAMENTO EM NUVEM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Computação em Nuvem (Cloud Computing)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fornecimento de serviços de computação — servidores, armazenamento, bancos de dados, redes e softwares — pela internet.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285750" y="2754630"/>
            <a:ext cx="4572000" cy="1891030"/>
          </a:xfrm>
          <a:prstGeom prst="roundRect">
            <a:avLst>
              <a:gd fmla="val 4835" name="adj"/>
            </a:avLst>
          </a:prstGeom>
          <a:solidFill>
            <a:srgbClr val="AFAAEC">
              <a:alpha val="14902"/>
            </a:srgbClr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400050" y="29032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65810" y="2868930"/>
            <a:ext cx="3977640" cy="16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CECBF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CECBF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Em vez de guardar arquivos no disco rígido local (HD/SSD), seus dados residem em data centers de alta disponibilidade acessíveis de qualquer dispositivo conectado.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cc39e65aba30997da4d348289d99eac6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34799dec599e7c9721547a62834e5790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Modelos de Nuvem no Cotidiano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Armazenamento Pessoal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Google Drive, OneDrive e Dropbox permitem salvar fotos, aulas e documentos, liberando espaço local no dispositivo.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Aplicações Web (SaaS)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Editores de texto e planilhas online executados direto no navegador, permitindo criação sem necessidade de instalação pesada.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Como Funciona a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Assista ao vídeo para compreender a infraestrutura física de data centers e redes globais que sustentam a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1640" y="1611630"/>
            <a:ext cx="5760720" cy="324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f8f65a3fbf0089e8a6b335c11231ed70.png" id="244" name="Google Shape;2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Organização de Pastas na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85750" y="800100"/>
            <a:ext cx="45720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 hierárquica lógica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Equipes precisam de organização rigorosa no drive para localizar arquivos rapidamente.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85750" y="1988820"/>
            <a:ext cx="45720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Crie pastas por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Projeto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Disciplina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Subdivida em ,  e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Use formato  para ordenação automática.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348615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5810" y="360045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Desorganização causa retrabalho, perda de dados e atrasos.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5f795530f0323e60bb294ee3ed9c4e30.png" id="256" name="Google Shape;2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Mecanismos de Sincronização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 nuvem para o computador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sincronização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mantém cópias idênticas entre a nuvem e a pasta local do seu dispositivo.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286250" y="225171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salvar alterações offline, o software aguarda conexão e replica as mudanças nos servidores centrais automaticamente.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4286250" y="331470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4400550" y="34632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766310" y="342900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Ícones de status indicam se o arquivo está na nuvem (nuvem), local (check verde) ou em envio (setas circulares).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7dcb9ed3ce8640f40a97824171e1b9b9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69" name="Google Shape;269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Permissões: Leitor, Comentador e Editor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85750" y="800100"/>
            <a:ext cx="45720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Controle de acesso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Defina permissões específicas para cada usuário: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285750" y="1988820"/>
            <a:ext cx="45720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Leitor: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Apenas visualiza e baixa.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Comentador: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Sugere alterações e notas.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Editor: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Modifica, exclui e gerencia tudo.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285750" y="322326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400050" y="33718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765810" y="333756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links públicos de edição para arquivos confidenciais.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Permissões em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coletar opiniões de clientes sobre um relatório técnico sem correr risco de alterações no texto, devemos conceder acesso de Editor com link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Permissões em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coletar opiniões de clientes sobre um relatório técnico sem correr risco de alterações no texto, devemos conceder acesso de Editor com link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O acesso correto deve ser de Comentador ou Leitor, evitando alterações indevidas no documento.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8cf48152be04a5ba40a2d0d181ec0e49.png" id="306" name="Google Shape;30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07" name="Google Shape;307;p28"/>
          <p:cNvSpPr/>
          <p:nvPr/>
        </p:nvSpPr>
        <p:spPr>
          <a:xfrm>
            <a:off x="285750" y="59436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Colaboração em Tempo Real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85750" y="1291590"/>
            <a:ext cx="28232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TRABALHO COLABORATIVO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85750" y="160020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Editores em nuvem permitem que múltiplos estudantes ou engenheiros trabalhem simultaneamente no mesmo arquivo, eliminando o envio caótico de versões por anexo.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85750" y="292608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400050" y="30746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765810" y="304038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Cada colaborador é identificado por cursores coloridos, permitindo visualização imediata das edições e comentários.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ae96a61c7a5a0ebe2206e8eb979857fd.png" id="318" name="Google Shape;3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19" name="Google Shape;319;p29"/>
          <p:cNvSpPr/>
          <p:nvPr/>
        </p:nvSpPr>
        <p:spPr>
          <a:xfrm>
            <a:off x="3714750" y="44577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3714750" y="107442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botão de desfazer definitivo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uma das funções mais seguras da nuvem.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14750" y="226314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 alguém apagar ou sobrescrever dados, o proprietário pode restaurar o arquivo para o estado de qualquer data ou horário anterior.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3714750" y="332613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AFAAEC">
              <a:alpha val="14902"/>
            </a:srgbClr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3829050" y="34747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4194810" y="344043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CECBF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CECBF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CECBF6"/>
                </a:solidFill>
                <a:latin typeface="Lexend"/>
                <a:ea typeface="Lexend"/>
                <a:cs typeface="Lexend"/>
                <a:sym typeface="Lexend"/>
              </a:rPr>
              <a:t>É possível nomear versões importantes, como 'Versão Preliminar' e 'Relatório Final'.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db1bb6600aab357eeb642efbdd31d3ae.png" id="330" name="Google Shape;3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1" name="Google Shape;331;p30"/>
          <p:cNvSpPr/>
          <p:nvPr/>
        </p:nvSpPr>
        <p:spPr>
          <a:xfrm>
            <a:off x="285750" y="34290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Comentários e Menções Eficazes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285750" y="142875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Como direcionar demandas na equipe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mensagens dispersas; use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comentários com menção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gerenciar tarefas.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285750" y="261747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digitar  ou , a plataforma notifica o responsável, atribuindo a tarefa.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285750" y="342900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400050" y="35775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765810" y="354330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Após a alteração, clique em 'Resolver' para manter o documento organizado.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Ordem: Criação e Compartilhamento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4 etapas corretas para criar e compartilhar uma pasta técnica segura com a sua equipe: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Configurar o nível de permissão (Leitor ou Editor) para os e-mails da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o link seguro com um e-mail formal explicando o objetivo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Criar a pasta com nome padronizado no diretório correto do serviço em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os arquivos técnicos finais nos formatos adequados dentro da pasta.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Ordem: Criação e Compartilhamento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4 etapas corretas para criar e compartilhar uma pasta técnica segura com a sua equipe: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Configurar o nível de permissão (Leitor ou Editor) para os e-mails da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o link seguro com um e-mail formal explicando o objetivo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Criar a pasta com nome padronizado no diretório correto do serviço em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os arquivos técnicos finais nos formatos adequados dentro da pasta.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666a6b8d7c239217db12de7a77592526.png" id="369" name="Google Shape;3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370" name="Google Shape;370;p33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Assíncrona e Empatia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285750" y="2617470"/>
            <a:ext cx="31546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PROFISSIONAL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285750" y="292608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trabalho em nuvem e equipes remotas, a comunicação é frequentemente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assíncrona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as mensagens não são lidas ou respondidas imediatamente.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285750" y="373761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400050" y="38862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765810" y="385191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Escreva textos completos e autoexplicativos. Não envie apenas 'Oi' e espere a pessoa responder para explicar sua dúvida.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/>
          <p:nvPr/>
        </p:nvSpPr>
        <p:spPr>
          <a:xfrm>
            <a:off x="285750" y="8115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Resolução de Ruídos em Equipes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285750" y="144018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Fontes Comuns de Ruído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Mensagens ambíguas que geram dupla interpretação.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Prazos implícitos sem data e hora determinadas.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Suposições de que o outro colega já finalizou a tarefa.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4652010" y="144018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Estratégias de Alinhamento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Praticar escuta ativa e pedir confirmação de entendimento (feedback).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Estabelecer acordos claros de prazos e entregáveis.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Manter atitude cordial e foco na solução técnica, não em culpados.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bf755739a49858380257888714b58a97.png" id="389" name="Google Shape;38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90" name="Google Shape;390;p35"/>
          <p:cNvSpPr/>
          <p:nvPr/>
        </p:nvSpPr>
        <p:spPr>
          <a:xfrm>
            <a:off x="285750" y="21717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Ética Digital e Respeito Mútuo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285750" y="130302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Convivência sadia no ambiente virtual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cultura digital exige respeito à diversidade, integridade e privacidade de dados de todos.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285750" y="249174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ambiente corporativo não é anônimo: todas as ações, edições e mensagens deixam rastros digitais (logs).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285750" y="355473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5"/>
          <p:cNvSpPr/>
          <p:nvPr/>
        </p:nvSpPr>
        <p:spPr>
          <a:xfrm>
            <a:off x="400050" y="37033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765810" y="366903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Ofensas ou invasão de pastas configuram falta grave passível de sanções legais.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43b614f485b74e7651140046421bc4e9.png" id="401" name="Google Shape;4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402" name="Google Shape;402;p36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Identificação de Atitudes Abusivas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3714750" y="125730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caracteriza assédio ou abuso virtual?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Cyberbullying: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Ofensas em chats ou e-mails.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Sabotagem: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Excluir arquivos de colegas.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Vazamento: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Compartilhar dados privados sem autorização.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3714750" y="344043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6"/>
          <p:cNvSpPr/>
          <p:nvPr/>
        </p:nvSpPr>
        <p:spPr>
          <a:xfrm>
            <a:off x="3829050" y="35890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4194810" y="355473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Ambientes saudáveis exigem segurança psicológica e respeito às normas de conduta.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58020d270eec814df7b3188c276a5a9b.png" id="412" name="Google Shape;4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13" name="Google Shape;413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Como Denunciar e Buscar Apoio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285750" y="800100"/>
            <a:ext cx="45720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Passos formais de proteção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Documente: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Salve prints com data, hora e remetente; baixe logs.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Não revide: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Respostas agressivas agravam conflitos e dificultam apuração.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Canais oficiais: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Acione coordenação, RH ou canais de denúncia.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285750" y="318897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7"/>
          <p:cNvSpPr/>
          <p:nvPr/>
        </p:nvSpPr>
        <p:spPr>
          <a:xfrm>
            <a:off x="400050" y="33375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765810" y="330327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Leis Carolina Dieckmann e Marco Civil protegem usuários contra violações digitais.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1f17f3c00784684e63d3ab87370b1e76.png"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5853cd58e8383ce94ad77f285db61c04.png" id="424" name="Google Shape;42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ff0722d7217510765e16b3f68c227881.png" id="425" name="Google Shape;42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45444cb9dd2309ad86179af85036de17.png" id="426" name="Google Shape;42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27" name="Google Shape;427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Protocolos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 Formal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Assuntos claros, tom profissional, uso de CCO e anexos.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Nuvem Segura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Pastas organizadas, permissões de acesso e sincronização.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Equipes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Comunicação assíncrona, histórico de versões e menções.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6892290" y="27432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Ética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Respeito, combate ao assédio e denúncia de abusos.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Fixação: Conceitos e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Sincronização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Cópia Oculta (CCO)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9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Nível de permissão que autoriza inclusão de sugestões e notas sem alterar o texto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Recurso que envia o e-mail sem expor os endereços dos destinatários para terceiros.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Atualização contínua que mantém cópias idênticas de arquivos em múltiplos dispositivos.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Ferramenta de nuvem que permite auditar alterações e restaurar edições anteriores.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Fixação: Conceitos e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Sincronização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Cópia Oculta (CCO)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Nível de permissão que autoriza inclusão de sugestões e notas sem alterar o texto original.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Recurso que envia o e-mail sem expor os endereços dos destinatários para terceiros.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Atualização contínua que mantém cópias idênticas de arquivos em múltiplos dispositivos.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Ferramenta de nuvem que permite auditar alterações e restaurar edições anteriores.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40"/>
          <p:cNvCxnSpPr/>
          <p:nvPr/>
        </p:nvCxnSpPr>
        <p:spPr>
          <a:xfrm>
            <a:off x="2571750" y="16230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40"/>
          <p:cNvCxnSpPr/>
          <p:nvPr/>
        </p:nvCxnSpPr>
        <p:spPr>
          <a:xfrm>
            <a:off x="2571750" y="25374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40"/>
          <p:cNvCxnSpPr/>
          <p:nvPr/>
        </p:nvCxnSpPr>
        <p:spPr>
          <a:xfrm flipH="1" rot="10800000">
            <a:off x="2571750" y="2514600"/>
            <a:ext cx="994410" cy="9372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40"/>
          <p:cNvCxnSpPr/>
          <p:nvPr/>
        </p:nvCxnSpPr>
        <p:spPr>
          <a:xfrm flipH="1" rot="10800000">
            <a:off x="2571750" y="1600200"/>
            <a:ext cx="994410" cy="27660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40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88f2cf22d50efe57d124336ea25cb3a9.png" id="476" name="Google Shape;47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f4d9e6a-b3c3-4dbd-aed1-53a5df9e551f/img_5c9ba1b880aac9e49c638706bc288290.png" id="477" name="Google Shape;47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78" name="Google Shape;478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Conduta e Segurança em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que um colega de equipe compartilhou a pasta do projeto final com permissão pública de 'Editor' para adiantar o trabalho em casa usando um computador de lan house. Quais riscos de segurança, éticos e operacionais essa atitude traz para todo o grupo, e como vocês resolveriam o problema?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f4d9e6a-b3c3-4dbd-aed1-53a5df9e551f/img_88f2cf22d50efe57d124336ea25cb3a9.png" id="485" name="Google Shape;48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86" name="Google Shape;486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Conduta e Segurança em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Riscos: vazamento de dados ou perda acidental de arquivos.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Ética: descumprimento de normas ou violação de privacidade.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Solução: restringir acesso, auditar histórico e orientar 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colega com empatia e firmeza sobre procedimentos seguros.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Melhores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todas as afirmações que representam práticas corretas e seguras no uso de e-mail e nuvem profissional (mais de uma opção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assunto completo com identificador de projeto para facilitar a busca do destinatário.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arquivos confidenciais usando links públicos com permissão irrestrita de edição.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o recurso de histórico de versões para auditar alterações e restaurar arquivos sobrescritos.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Conceder privilégios de 'Leitor' ou 'Comentador' para pessoas que precisam apenas avaliar 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Melhores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todas as afirmações que representam práticas corretas e seguras no uso de e-mail e nuvem profissional (mais de uma opção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assunto completo com identificador de projeto para facilitar a busca do destinatário.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arquivos confidenciais usando links públicos com permissão irrestrita de edição.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o recurso de histórico de versões para auditar alterações e restaurar arquivos sobrescritos.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Conceder privilégios de 'Leitor' ou 'Comentador' para pessoas que precisam apenas avaliar 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4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