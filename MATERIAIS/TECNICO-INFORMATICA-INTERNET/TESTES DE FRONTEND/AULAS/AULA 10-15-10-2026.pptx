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E3C72"/>
                </a:solidFill>
              </a:defRPr>
            </a:pPr>
            <a:r>
              <a:t>AULA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C3C3C"/>
                </a:solidFill>
              </a:defRPr>
            </a:pPr>
            <a:r>
              <a:t>Boas PrÃ¡ticas de Teste e AvaliaÃ§Ãµes Finais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16 de setembro de 2026 | TerÃ§a-feira</a:t>
            </a:r>
            <a:br/>
            <a:r>
              <a:t>Bloco 08 + AvaliaÃ§Ãµes Finais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