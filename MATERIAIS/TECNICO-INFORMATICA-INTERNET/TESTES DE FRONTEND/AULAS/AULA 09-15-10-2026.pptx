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1E3C72"/>
                </a:solidFill>
              </a:defRPr>
            </a:pPr>
            <a:r>
              <a:t>AULA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C3C3C"/>
                </a:solidFill>
              </a:defRPr>
            </a:pPr>
            <a:r>
              <a:t>DocumentaÃ§Ã£o de Testes, Normas TÃ©cnicas e IntegraÃ§Ã£o ContÃ­nua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15 de setembro de 2026 | Segunda-feira</a:t>
            </a:r>
            <a:br/>
            <a:r>
              <a:t>Blocos 06-07 â€” DocumentaÃ§Ã£o, Normas e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