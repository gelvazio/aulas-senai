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IntroduÃ§Ã£o Ã  AutomaÃ§Ã£o de Testes com Node.js e Vitest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10 de setembro de 2026 | Quarta-feira</a:t>
            </a:r>
            <a:br/>
            <a:r>
              <a:t>Bloco 05 â€” AutomaÃ§Ã£o e OtimizaÃ§Ã£o de Testes (Parte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