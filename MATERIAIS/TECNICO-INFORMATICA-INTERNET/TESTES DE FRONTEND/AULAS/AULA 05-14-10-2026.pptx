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371600"/>
            <a:ext cx="8229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4800" b="1">
                <a:solidFill>
                  <a:srgbClr val="1E3C72"/>
                </a:solidFill>
              </a:defRPr>
            </a:pPr>
            <a:r>
              <a:t>AULA 05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2560320"/>
            <a:ext cx="8229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>
                <a:solidFill>
                  <a:srgbClr val="3C3C3C"/>
                </a:solidFill>
              </a:defRPr>
            </a:pPr>
            <a:r>
              <a:t>ExecuÃ§Ã£o PrÃ¡tica de Testes de Interface e Usabilidade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3840480"/>
            <a:ext cx="8229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>
                <a:solidFill>
                  <a:srgbClr val="646464"/>
                </a:solidFill>
              </a:defRPr>
            </a:pPr>
            <a:r>
              <a:t>08 de setembro de 2026 | Segunda-feira</a:t>
            </a:r>
            <a:br/>
            <a:r>
              <a:t>Bloco 04 â€” ExecuÃ§Ã£o de Testes de Interface (Parte 1)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1E3C72"/>
                </a:solidFill>
              </a:defRPr>
            </a:pPr>
            <a:r>
              <a:t>Atividades Propostas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097280"/>
            <a:ext cx="8229600" cy="0"/>
          </a:xfrm>
          <a:prstGeom prst="rect">
            <a:avLst/>
          </a:prstGeom>
          <a:ln w="38100">
            <a:solidFill>
              <a:srgbClr val="FF6B6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371600"/>
            <a:ext cx="768096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400"/>
              </a:spcBef>
              <a:spcAft>
                <a:spcPts val="800"/>
              </a:spcAft>
              <a:defRPr sz="1800">
                <a:solidFill>
                  <a:srgbClr val="3C3C3C"/>
                </a:solidFill>
              </a:defRPr>
            </a:pPr>
            <a:r>
              <a:t>• DemonstraÃ§Ã£o (30 min)</a:t>
            </a:r>
          </a:p>
          <a:p>
            <a:pPr>
              <a:spcBef>
                <a:spcPts val="400"/>
              </a:spcBef>
              <a:spcAft>
                <a:spcPts val="800"/>
              </a:spcAft>
              <a:defRPr sz="1800">
                <a:solidFill>
                  <a:srgbClr val="3C3C3C"/>
                </a:solidFill>
              </a:defRPr>
            </a:pPr>
            <a:r>
              <a:t>• PrÃ¡tica Guiada (120 min)</a:t>
            </a:r>
          </a:p>
          <a:p>
            <a:pPr>
              <a:spcBef>
                <a:spcPts val="400"/>
              </a:spcBef>
              <a:spcAft>
                <a:spcPts val="800"/>
              </a:spcAft>
              <a:defRPr sz="1800">
                <a:solidFill>
                  <a:srgbClr val="3C3C3C"/>
                </a:solidFill>
              </a:defRPr>
            </a:pPr>
            <a:r>
              <a:t>• DocumentaÃ§Ã£o (30 min)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