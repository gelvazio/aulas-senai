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800" b="1">
                <a:solidFill>
                  <a:srgbClr val="1E3C72"/>
                </a:solidFill>
              </a:defRPr>
            </a:pPr>
            <a:r>
              <a:t>AULA 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56032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>
                <a:solidFill>
                  <a:srgbClr val="3C3C3C"/>
                </a:solidFill>
              </a:defRPr>
            </a:pPr>
            <a:r>
              <a:t>ConclusÃ£o de Testes Manuais e AnÃ¡lise de Usabilidade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646464"/>
                </a:solidFill>
              </a:defRPr>
            </a:pPr>
            <a:r>
              <a:t>09 de setembro de 2026 | TerÃ§a-feira</a:t>
            </a:r>
            <a:br/>
            <a:r>
              <a:t>Bloco 04 â€” ExecuÃ§Ã£o de Testes de Interface (Parte 2)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