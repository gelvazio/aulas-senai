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Testes AvanÃ§ados: IntegraÃ§Ã£o, E2E e MonitoraÃ§Ã£o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11 de setembro de 2026 | Quinta-feira</a:t>
            </a:r>
            <a:br/>
            <a:r>
              <a:t>Bloco 05 â€” AutomaÃ§Ã£o e OtimizaÃ§Ã£o de Testes (Parte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