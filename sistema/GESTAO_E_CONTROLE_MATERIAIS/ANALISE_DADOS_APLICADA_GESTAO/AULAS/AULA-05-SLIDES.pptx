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5</a:t>
            </a:r>
            <a:br/>
            <a:r>
              <a:t>Área, Volume e Peso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1 - Fundamentos Matemáticos | 1 hora</a:t>
            </a:r>
            <a:br/>
            <a:r>
              <a:t>24-09-2026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Calcular área de figuras planas para problemas de armazenagem</a:t>
            </a:r>
          </a:p>
          <a:p>
            <a:pPr>
              <a:spcAft>
                <a:spcPts val="800"/>
              </a:spcAft>
              <a:defRPr sz="1400"/>
            </a:pPr>
            <a:r>
              <a:t>Calcular volume de sólidos para planejamento logístico</a:t>
            </a:r>
          </a:p>
          <a:p>
            <a:pPr>
              <a:spcAft>
                <a:spcPts val="800"/>
              </a:spcAft>
              <a:defRPr sz="1400"/>
            </a:pPr>
            <a:r>
              <a:t>Aplicar conceitos de peso e massa em gestão de materiais</a:t>
            </a:r>
          </a:p>
          <a:p>
            <a:pPr>
              <a:spcAft>
                <a:spcPts val="800"/>
              </a:spcAft>
              <a:defRPr sz="1400"/>
            </a:pPr>
            <a:r>
              <a:t>Resolver problemas práticos de armazenamento e transporte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