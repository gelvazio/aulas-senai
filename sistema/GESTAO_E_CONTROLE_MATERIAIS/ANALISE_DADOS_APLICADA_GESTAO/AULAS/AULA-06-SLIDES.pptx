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6</a:t>
            </a:r>
            <a:br/>
            <a:r>
              <a:t>Sequência 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1 - Fundamentos Matemáticos | 1 hora</a:t>
            </a:r>
            <a:br/>
            <a:r>
              <a:t>24-09-2026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Identificar padrões em sequências numéricas</a:t>
            </a:r>
          </a:p>
          <a:p>
            <a:pPr>
              <a:spcAft>
                <a:spcPts val="800"/>
              </a:spcAft>
              <a:defRPr sz="1400"/>
            </a:pPr>
            <a:r>
              <a:t>Entender progressões aritméticas e geométricas</a:t>
            </a:r>
          </a:p>
          <a:p>
            <a:pPr>
              <a:spcAft>
                <a:spcPts val="800"/>
              </a:spcAft>
              <a:defRPr sz="1400"/>
            </a:pPr>
            <a:r>
              <a:t>Aplicar lógica de causa e efeito em problemas</a:t>
            </a:r>
          </a:p>
          <a:p>
            <a:pPr>
              <a:spcAft>
                <a:spcPts val="800"/>
              </a:spcAft>
              <a:defRPr sz="1400"/>
            </a:pPr>
            <a:r>
              <a:t>Usar sequências para fazer previsões de tendências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