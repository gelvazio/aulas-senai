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10"/>
    <p:sldId id="257" r:id="rId9"/>
    <p:sldId id="258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Light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7" roundtripDataSignature="AMtx7mjhCBRWa6NtuyeeCcaNfDcplEBs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127" Type="http://customschemas.google.com/relationships/presentationmetadata" Target="metadata"/><Relationship Id="rId128" Type="http://schemas.openxmlformats.org/officeDocument/2006/relationships/presProps" Target="presProps.xml"/><Relationship Id="rId129" Type="http://schemas.openxmlformats.org/officeDocument/2006/relationships/viewProps" Target="viewProps.xml"/><Relationship Id="rId130" Type="http://schemas.openxmlformats.org/officeDocument/2006/relationships/theme" Target="theme/theme1.xml"/><Relationship Id="rId1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título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" name="Google Shape;15;p123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23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conteúdo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" name="Google Shape;19;p124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24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EP] Final">
  <p:cSld name="TITLE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1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p1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None/>
              <a:defRPr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  <a:defRPr sz="1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/>
            </a:pPr>
            <a:r>
              <a:t>AULA 15</a:t>
            </a:r>
            <a:br/>
            <a:r>
              <a:t>Introdução a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4 - Dashboards e Análise | 2 horas</a:t>
            </a:r>
            <a:br/>
            <a:r>
              <a:t>13-10-2026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Objetivos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Compreender estrutura e design de dashboards</a:t>
            </a:r>
          </a:p>
          <a:p>
            <a:pPr>
              <a:spcAft>
                <a:spcPts val="800"/>
              </a:spcAft>
              <a:defRPr sz="1400"/>
            </a:pPr>
            <a:r>
              <a:t>Identificar KPIs (indicadores-chave de desempenho)</a:t>
            </a:r>
          </a:p>
          <a:p>
            <a:pPr>
              <a:spcAft>
                <a:spcPts val="800"/>
              </a:spcAft>
              <a:defRPr sz="1400"/>
            </a:pPr>
            <a:r>
              <a:t>Aplicar boas práticas de apresentação</a:t>
            </a:r>
          </a:p>
          <a:p>
            <a:pPr>
              <a:spcAft>
                <a:spcPts val="800"/>
              </a:spcAft>
              <a:defRPr sz="1400"/>
            </a:pPr>
            <a:r>
              <a:t>Planejar dashboard executivo funcional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Atividades em Sala de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/>
            </a:pPr>
            <a:r>
              <a:t>Todas as atividades são realizadas em sala de aula sob orientação do docente.</a:t>
            </a:r>
          </a:p>
          <a:p>
            <a:pPr>
              <a:spcAft>
                <a:spcPts val="800"/>
              </a:spcAft>
              <a:defRPr sz="1600" b="1"/>
            </a:pPr>
            <a:r>
              <a:t>Recursos:</a:t>
            </a:r>
          </a:p>
          <a:p>
            <a:pPr>
              <a:spcAft>
                <a:spcPts val="500"/>
              </a:spcAft>
              <a:defRPr sz="1400"/>
            </a:pPr>
            <a:r>
              <a:t>Computador/Notebook</a:t>
            </a:r>
          </a:p>
          <a:p>
            <a:pPr>
              <a:spcAft>
                <a:spcPts val="500"/>
              </a:spcAft>
              <a:defRPr sz="1400"/>
            </a:pPr>
            <a:r>
              <a:t>Software necessário (Excel, PowerPoint, etc)</a:t>
            </a:r>
          </a:p>
          <a:p>
            <a:pPr>
              <a:spcAft>
                <a:spcPts val="500"/>
              </a:spcAft>
              <a:defRPr sz="1400"/>
            </a:pPr>
            <a:r>
              <a:t>Dados de exemplo</a:t>
            </a:r>
          </a:p>
          <a:p>
            <a:pPr>
              <a:spcAft>
                <a:spcPts val="500"/>
              </a:spcAft>
              <a:defRPr sz="1400"/>
            </a:pPr>
            <a:r>
              <a:t>Projetor e tela</a:t>
            </a:r>
          </a:p>
          <a:p>
            <a:pPr>
              <a:spcAft>
                <a:spcPts val="500"/>
              </a:spcAft>
              <a:defRPr sz="1400"/>
            </a:pPr>
            <a:r>
              <a:t>Material de apoio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ção Profission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225</Words>
  <Application>Microsoft Office PowerPoint</Application>
  <PresentationFormat>Apresentação no Ecrã (16:9)</PresentationFormat>
  <Paragraphs>38</Paragraphs>
  <Slides>9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Roboto Light</vt:lpstr>
      <vt:lpstr>Roboto</vt:lpstr>
      <vt:lpstr>Arial</vt:lpstr>
      <vt:lpstr>Educação Profissional</vt:lpstr>
      <vt:lpstr>Apresentação</vt:lpstr>
      <vt:lpstr>Plano de Ensino</vt:lpstr>
      <vt:lpstr>Capacidades Socioemocionais</vt:lpstr>
      <vt:lpstr>Conhecimentos (Literatura)</vt:lpstr>
      <vt:lpstr>Conteudo</vt:lpstr>
      <vt:lpstr>Combinados!</vt:lpstr>
      <vt:lpstr>Vale nota Professor?</vt:lpstr>
      <vt:lpstr>Avaliação de Comportamento</vt:lpstr>
      <vt:lpstr>Ambiente Virtual de Aprendizagem (AVA)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Gelvazio Camargo - HOTMAIL</dc:creator>
  <cp:lastModifiedBy>Gelvazio Camargo - HOTMAIL</cp:lastModifiedBy>
  <cp:revision>12</cp:revision>
  <dcterms:modified xsi:type="dcterms:W3CDTF">2026-09-02T16:42:43Z</dcterms:modified>
</cp:coreProperties>
</file>