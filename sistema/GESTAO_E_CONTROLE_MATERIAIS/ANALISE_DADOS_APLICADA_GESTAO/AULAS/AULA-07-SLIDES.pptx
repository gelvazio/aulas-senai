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7</a:t>
            </a:r>
            <a:br/>
            <a:r>
              <a:t>Introdução ao Excel e Navegação Básica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2 - Excel Básico | 2 horas</a:t>
            </a:r>
            <a:br/>
            <a:r>
              <a:t>29-09-2026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Familiarizar-se com interface e componentes do Excel</a:t>
            </a:r>
          </a:p>
          <a:p>
            <a:pPr>
              <a:spcAft>
                <a:spcPts val="800"/>
              </a:spcAft>
              <a:defRPr sz="1400"/>
            </a:pPr>
            <a:r>
              <a:t>Navegar entre planilhas e células</a:t>
            </a:r>
          </a:p>
          <a:p>
            <a:pPr>
              <a:spcAft>
                <a:spcPts val="800"/>
              </a:spcAft>
              <a:defRPr sz="1400"/>
            </a:pPr>
            <a:r>
              <a:t>Inserir e formatar dados básicos</a:t>
            </a:r>
          </a:p>
          <a:p>
            <a:pPr>
              <a:spcAft>
                <a:spcPts val="800"/>
              </a:spcAft>
              <a:defRPr sz="1400"/>
            </a:pPr>
            <a:r>
              <a:t>Compreender estrutura de workbooks e worksheets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