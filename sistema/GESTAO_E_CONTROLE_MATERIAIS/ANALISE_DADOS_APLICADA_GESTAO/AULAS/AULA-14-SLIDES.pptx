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14</a:t>
            </a:r>
            <a:br/>
            <a:r>
              <a:t>Gráficos e Visualização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3 - Excel Avançado | 2 horas</a:t>
            </a:r>
            <a:br/>
            <a:r>
              <a:t>08-10-2026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Criar gráficos apropriados para cada tipo de dado</a:t>
            </a:r>
          </a:p>
          <a:p>
            <a:pPr>
              <a:spcAft>
                <a:spcPts val="800"/>
              </a:spcAft>
              <a:defRPr sz="1400"/>
            </a:pPr>
            <a:r>
              <a:t>Usar gráficos dinâmicos para análises</a:t>
            </a:r>
          </a:p>
          <a:p>
            <a:pPr>
              <a:spcAft>
                <a:spcPts val="800"/>
              </a:spcAft>
              <a:defRPr sz="1400"/>
            </a:pPr>
            <a:r>
              <a:t>Formatar gráficos profissionalmente</a:t>
            </a:r>
          </a:p>
          <a:p>
            <a:pPr>
              <a:spcAft>
                <a:spcPts val="800"/>
              </a:spcAft>
              <a:defRPr sz="1400"/>
            </a:pPr>
            <a:r>
              <a:t>Combinar múltiplos tipos de gráficos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