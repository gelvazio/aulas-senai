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3</a:t>
            </a:r>
            <a:br/>
            <a:r>
              <a:t>Porcentagem e Conversão de Unidades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1 - Fundamentos Matemáticos | 2 horas</a:t>
            </a:r>
            <a:br/>
            <a:r>
              <a:t>22-09-2026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Dominar cálculos de porcentagem para análise de custos e margens</a:t>
            </a:r>
          </a:p>
          <a:p>
            <a:pPr>
              <a:spcAft>
                <a:spcPts val="800"/>
              </a:spcAft>
              <a:defRPr sz="1400"/>
            </a:pPr>
            <a:r>
              <a:t>Converter entre diferentes unidades de medida</a:t>
            </a:r>
          </a:p>
          <a:p>
            <a:pPr>
              <a:spcAft>
                <a:spcPts val="800"/>
              </a:spcAft>
              <a:defRPr sz="1400"/>
            </a:pPr>
            <a:r>
              <a:t>Aplicar conceitos em análises de descontos, lucros e variações</a:t>
            </a:r>
          </a:p>
          <a:p>
            <a:pPr>
              <a:spcAft>
                <a:spcPts val="800"/>
              </a:spcAft>
              <a:defRPr sz="1400"/>
            </a:pPr>
            <a:r>
              <a:t>Resolver problemas reais de gestão envolvendo percentuais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