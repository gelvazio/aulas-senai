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E3C72"/>
                </a:solidFill>
              </a:defRPr>
            </a:pPr>
            <a:r>
              <a:t>AULA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3C3C3C"/>
                </a:solidFill>
              </a:defRPr>
            </a:pPr>
            <a:r>
              <a:t>Conceitos Fundamentais e Planejamento de Testes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02 de setembro de 2026 | Quarta-feira</a:t>
            </a:r>
            <a:br/>
            <a:r>
              <a:t>Bloco 02 â€” Conceitos Fundamentais e Planejamento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C72"/>
                </a:solidFill>
              </a:defRPr>
            </a:pPr>
            <a:r>
              <a:t>Atividades Propostas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• AnÃ¡lise de Requisitos (30 min)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• CriaÃ§Ã£o de Plano (90 min)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• Peer Review (30 min)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