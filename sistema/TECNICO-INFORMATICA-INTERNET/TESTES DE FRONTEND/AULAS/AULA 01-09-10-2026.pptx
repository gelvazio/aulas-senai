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Fundamentos de Testes â€” AutogestÃ£o e AutomaÃ§Ã£o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01 de setembro de 2026 | TerÃ§a-feira</a:t>
            </a:r>
            <a:br/>
            <a:r>
              <a:t>Bloco 01 â€” Fundamentos de Testes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C72"/>
                </a:solidFill>
              </a:defRPr>
            </a:pPr>
            <a:r>
              <a:t>Atividades Propostas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Quiz Interativo (15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Estudo de Caso (30 min)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• DiscussÃ£o Guiada (20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