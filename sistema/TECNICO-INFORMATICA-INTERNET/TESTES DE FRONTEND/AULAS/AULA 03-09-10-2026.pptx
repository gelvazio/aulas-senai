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Processo Fundamental de Teste â€” Planejamento, Design e ExecuÃ§Ã£o (Primeira Parte)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03 de setembro de 2026 | Quinta-feira</a:t>
            </a:r>
            <a:br/>
            <a:r>
              <a:t>Bloco 03 â€” Processo Fundamental de Teste (Parte 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72"/>
                </a:solidFill>
              </a:defRPr>
            </a:pPr>
            <a:r>
              <a:t>Atividades Propostas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Live Coding (30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ExercÃ­cio PrÃ¡tico (90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ApresentaÃ§Ã£o RÃ¡pida (30 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