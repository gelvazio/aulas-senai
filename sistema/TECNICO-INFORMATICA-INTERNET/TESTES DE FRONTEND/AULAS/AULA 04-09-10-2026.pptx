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C72"/>
                </a:solidFill>
              </a:defRPr>
            </a:pPr>
            <a:r>
              <a:t>AULA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C3C3C"/>
                </a:solidFill>
              </a:defRPr>
            </a:pPr>
            <a:r>
              <a:t>Processo Fundamental de Teste â€” ExecuÃ§Ã£o, MonitoraÃ§Ã£o e AvaliaÃ§Ã£o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04 de setembro de 2026 | Sexta-feira</a:t>
            </a:r>
            <a:br/>
            <a:r>
              <a:t>Bloco 03 â€” Processo Fundamental de Teste (Parte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72"/>
                </a:solidFill>
              </a:defRPr>
            </a:pPr>
            <a:r>
              <a:t>Atividades Propostas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ExecuÃ§Ã£o PrÃ¡tica (120 min)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MonitoraÃ§Ã£o (45 min)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AnÃ¡lise Conjunta (30 min)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