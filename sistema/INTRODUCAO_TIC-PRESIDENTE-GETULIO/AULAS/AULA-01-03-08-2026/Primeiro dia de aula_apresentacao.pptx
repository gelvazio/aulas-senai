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ria Serif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Roboto Light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jxg8UO0ilXhODHng80lg6DZH+s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RobotoLight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RobotoLight-italic.fntdata"/><Relationship Id="rId27" Type="http://schemas.openxmlformats.org/officeDocument/2006/relationships/font" Target="fonts/Roboto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6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5.xml"/><Relationship Id="rId32" Type="http://schemas.openxmlformats.org/officeDocument/2006/relationships/font" Target="fonts/OpenSans-italic.fntdata"/><Relationship Id="rId13" Type="http://schemas.openxmlformats.org/officeDocument/2006/relationships/slide" Target="slides/slide8.xml"/><Relationship Id="rId35" Type="http://schemas.openxmlformats.org/officeDocument/2006/relationships/font" Target="fonts/CenturyGothic-bold.fntdata"/><Relationship Id="rId12" Type="http://schemas.openxmlformats.org/officeDocument/2006/relationships/slide" Target="slides/slide7.xml"/><Relationship Id="rId34" Type="http://schemas.openxmlformats.org/officeDocument/2006/relationships/font" Target="fonts/CenturyGothic-regular.fntdata"/><Relationship Id="rId15" Type="http://schemas.openxmlformats.org/officeDocument/2006/relationships/font" Target="fonts/InriaSerif-bold.fntdata"/><Relationship Id="rId37" Type="http://schemas.openxmlformats.org/officeDocument/2006/relationships/font" Target="fonts/CenturyGothic-boldItalic.fntdata"/><Relationship Id="rId14" Type="http://schemas.openxmlformats.org/officeDocument/2006/relationships/font" Target="fonts/InriaSerif-regular.fntdata"/><Relationship Id="rId36" Type="http://schemas.openxmlformats.org/officeDocument/2006/relationships/font" Target="fonts/CenturyGothic-italic.fntdata"/><Relationship Id="rId17" Type="http://schemas.openxmlformats.org/officeDocument/2006/relationships/font" Target="fonts/InriaSerif-boldItalic.fntdata"/><Relationship Id="rId16" Type="http://schemas.openxmlformats.org/officeDocument/2006/relationships/font" Target="fonts/InriaSerif-italic.fntdata"/><Relationship Id="rId38" Type="http://customschemas.google.com/relationships/presentationmetadata" Target="metadata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efc8f52e31_2_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1efc8f52e31_2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d5bba5cb6a_9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g2d5bba5cb6a_9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d5bba5cb6a_9_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2d5bba5cb6a_9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e9501242a2_5_4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1e9501242a2_5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Relationship Id="rId3" Type="http://schemas.openxmlformats.org/officeDocument/2006/relationships/image" Target="../media/image18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33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P] Capa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efccbc0892_0_150"/>
          <p:cNvSpPr txBox="1"/>
          <p:nvPr>
            <p:ph type="ctrTitle"/>
          </p:nvPr>
        </p:nvSpPr>
        <p:spPr>
          <a:xfrm>
            <a:off x="1822267" y="2090700"/>
            <a:ext cx="46539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AP] Capa seção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1efccbc0892_0_16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efccbc0892_0_16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" name="Google Shape;19;g1efccbc0892_0_162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0" name="Google Shape;20;g1efccbc0892_0_162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AP] Slide de conteúdo 1">
  <p:cSld name="TITLE_ONLY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21b9d13485a_1_10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" name="Google Shape;23;g21b9d13485a_1_10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" name="Google Shape;24;g21b9d13485a_1_10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1efccbc0892_0_1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" name="Google Shape;27;g1efccbc0892_0_166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8" name="Google Shape;28;g1efccbc0892_0_166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conteúdo">
  <p:cSld name="TITLE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1efccbc0892_0_18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1" name="Google Shape;31;g1efccbc0892_0_186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2" name="Google Shape;32;g1efccbc0892_0_186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C] Capa seção">
  <p:cSld name="TITLE_AND_BOD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efccbc0892_0_19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C] Slide de título">
  <p:cSld name="TITLE_AND_TWO_COLUMNS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1efccbc0892_0_19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" name="Google Shape;37;g1efccbc0892_0_192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38" name="Google Shape;38;g1efccbc0892_0_192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C] Slide de conteúdo">
  <p:cSld name="TITLE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efccbc0892_0_19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" name="Google Shape;41;g1efccbc0892_0_196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42" name="Google Shape;42;g1efccbc0892_0_196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P] Slide de título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1efccbc0892_0_152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5" name="Google Shape;45;g1efccbc0892_0_152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46" name="Google Shape;46;g1efccbc0892_0_15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P] Slide de conteúdo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efccbc0892_0_15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9" name="Google Shape;49;g1efccbc0892_0_156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0" name="Google Shape;50;g1efccbc0892_0_156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T] Capa seção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efccbc0892_0_17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T] Slide de título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efccbc0892_0_1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5" name="Google Shape;55;g1efccbc0892_0_172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56" name="Google Shape;56;g1efccbc0892_0_172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T] Slide de conteúdo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efccbc0892_0_17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9" name="Google Shape;59;g1efccbc0892_0_176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60" name="Google Shape;60;g1efccbc0892_0_176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Capa seção">
  <p:cSld name="TITLE_AND_BOD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efccbc0892_0_18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título">
  <p:cSld name="TITLE_AND_TWO_COLUMNS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efccbc0892_0_18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5" name="Google Shape;65;g1efccbc0892_0_182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66" name="Google Shape;66;g1efccbc0892_0_182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efccbc0892_0_20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efccbc0892_0_20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71" name="Google Shape;71;g1efccbc0892_0_20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72" name="Google Shape;72;g1efccbc0892_0_20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conteúdo 1">
  <p:cSld name="TITLE_ONLY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1a017595f_1_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5" name="Google Shape;75;g311a017595f_1_5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6" name="Google Shape;76;g311a017595f_1_5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título 1">
  <p:cSld name="TITLE_AND_TWO_COLUMNS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1a017595f_1_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9" name="Google Shape;79;g311a017595f_1_9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0" name="Google Shape;80;g311a017595f_1_9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conteúdo 1 1">
  <p:cSld name="TITLE_ONLY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1a017595f_1_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3" name="Google Shape;83;g311a017595f_1_13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4" name="Google Shape;84;g311a017595f_1_13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conteúdo 2">
  <p:cSld name="TITLE_ONLY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1a017595f_1_17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7" name="Google Shape;87;g311a017595f_1_17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88" name="Google Shape;88;g311a017595f_1_17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P] Slide de conteúdo 1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1a017595f_1_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1" name="Google Shape;91;g311a017595f_1_21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2" name="Google Shape;92;g311a017595f_1_21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1a017595f_1_25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95" name="Google Shape;95;g311a017595f_1_25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96" name="Google Shape;96;g311a017595f_1_25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conteúdo 3">
  <p:cSld name="TITLE_ONLY_1_1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1a017595f_1_2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9" name="Google Shape;99;g311a017595f_1_29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0" name="Google Shape;100;g311a017595f_1_29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P] Slide de conteúdo 1 1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1a017595f_1_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3" name="Google Shape;103;g311a017595f_1_33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4" name="Google Shape;104;g311a017595f_1_33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conteúdo 1 2">
  <p:cSld name="TITLE_ONLY_1_1_2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1a017595f_1_3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7" name="Google Shape;107;g311a017595f_1_37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08" name="Google Shape;108;g311a017595f_1_37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conteúdo 4">
  <p:cSld name="TITLE_ONLY_1_1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1a017595f_1_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1" name="Google Shape;111;g311a017595f_1_41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2" name="Google Shape;112;g311a017595f_1_41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P] Slide de conteúdo 1 2">
  <p:cSld name="SECTION_HEADER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11a017595f_1_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" name="Google Shape;115;g311a017595f_1_45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16" name="Google Shape;116;g311a017595f_1_45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conteúdo 1 3">
  <p:cSld name="TITLE_ONLY_1_1_2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1a017595f_1_4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9" name="Google Shape;119;g311a017595f_1_49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0" name="Google Shape;120;g311a017595f_1_49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conteúdo 5">
  <p:cSld name="TITLE_ONLY_1_1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1a017595f_1_5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3" name="Google Shape;123;g311a017595f_1_53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4" name="Google Shape;124;g311a017595f_1_53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P] Slide de conteúdo 1 3">
  <p:cSld name="SECTION_HEADER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11a017595f_1_5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7" name="Google Shape;127;g311a017595f_1_57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28" name="Google Shape;128;g311a017595f_1_57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conteúdo 1 4">
  <p:cSld name="TITLE_ONLY_1_1_2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1a017595f_1_6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1" name="Google Shape;131;g311a017595f_1_61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32" name="Google Shape;132;g311a017595f_1_61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e0791bbb4_0_14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Capa seção">
  <p:cSld name="TITLE_AND_BOD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de0791bbb4_0_12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título 1">
  <p:cSld name="TITLE_AND_TWO_COLUMNS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1bea40d905_0_2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3" name="Google Shape;143;g21bea40d905_0_220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44" name="Google Shape;144;g21bea40d905_0_220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conteúdo">
  <p:cSld name="TITLE_ONLY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de0791bbb4_0_13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7" name="Google Shape;147;g2de0791bbb4_0_135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8" name="Google Shape;148;g2de0791bbb4_0_135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 2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2c216e33d_1_140"/>
          <p:cNvSpPr txBox="1"/>
          <p:nvPr>
            <p:ph type="title"/>
          </p:nvPr>
        </p:nvSpPr>
        <p:spPr>
          <a:xfrm>
            <a:off x="720000" y="648000"/>
            <a:ext cx="95400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764"/>
              </a:buClr>
              <a:buSzPts val="4400"/>
              <a:buFont typeface="Inria Serif"/>
              <a:buNone/>
              <a:defRPr b="1" i="0" sz="4400" u="none" cap="none" strike="noStrike">
                <a:solidFill>
                  <a:srgbClr val="003764"/>
                </a:solidFill>
                <a:latin typeface="Inria Serif"/>
                <a:ea typeface="Inria Serif"/>
                <a:cs typeface="Inria Serif"/>
                <a:sym typeface="Inria Serif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g2d2c216e33d_1_140"/>
          <p:cNvSpPr txBox="1"/>
          <p:nvPr>
            <p:ph idx="11" type="ftr"/>
          </p:nvPr>
        </p:nvSpPr>
        <p:spPr>
          <a:xfrm>
            <a:off x="1620000" y="6300000"/>
            <a:ext cx="4114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8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g2d2c216e33d_1_140"/>
          <p:cNvSpPr txBox="1"/>
          <p:nvPr>
            <p:ph idx="12" type="sldNum"/>
          </p:nvPr>
        </p:nvSpPr>
        <p:spPr>
          <a:xfrm>
            <a:off x="720000" y="6300000"/>
            <a:ext cx="72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83838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lang="pt-BR"/>
              <a:t> </a:t>
            </a:r>
            <a:endParaRPr/>
          </a:p>
        </p:txBody>
      </p:sp>
      <p:sp>
        <p:nvSpPr>
          <p:cNvPr id="153" name="Google Shape;153;g2d2c216e33d_1_140"/>
          <p:cNvSpPr txBox="1"/>
          <p:nvPr>
            <p:ph idx="1" type="body"/>
          </p:nvPr>
        </p:nvSpPr>
        <p:spPr>
          <a:xfrm>
            <a:off x="720000" y="1890000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marR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4" name="Google Shape;154;g2d2c216e33d_1_140"/>
          <p:cNvSpPr txBox="1"/>
          <p:nvPr>
            <p:ph idx="2" type="body"/>
          </p:nvPr>
        </p:nvSpPr>
        <p:spPr>
          <a:xfrm>
            <a:off x="6120000" y="1890000"/>
            <a:ext cx="5040000" cy="4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algn="l">
              <a:lnSpc>
                <a:spcPct val="11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81000" lvl="1" marL="914400" marR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81000" lvl="2" marL="1371600" marR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925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925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925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conteúdo 1">
  <p:cSld name="TITLE_ONLY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1bea40d905_0_15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7" name="Google Shape;157;g21bea40d905_0_152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8" name="Google Shape;158;g21bea40d905_0_152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icture">
  <p:cSld name="CUSTOM_12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245faa05d_0_214"/>
          <p:cNvSpPr txBox="1"/>
          <p:nvPr>
            <p:ph type="title"/>
          </p:nvPr>
        </p:nvSpPr>
        <p:spPr>
          <a:xfrm>
            <a:off x="850333" y="720000"/>
            <a:ext cx="44340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Montserrat"/>
              <a:buNone/>
              <a:defRPr sz="39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Montserrat"/>
              <a:buNone/>
              <a:defRPr sz="39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Montserrat"/>
              <a:buNone/>
              <a:defRPr sz="39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Montserrat"/>
              <a:buNone/>
              <a:defRPr sz="39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Montserrat"/>
              <a:buNone/>
              <a:defRPr sz="39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Montserrat"/>
              <a:buNone/>
              <a:defRPr sz="39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Montserrat"/>
              <a:buNone/>
              <a:defRPr sz="39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Montserrat"/>
              <a:buNone/>
              <a:defRPr sz="39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Montserrat"/>
              <a:buNone/>
              <a:defRPr sz="39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ndo Cinza SESI">
  <p:cSld name="Fundo Cinza SESI">
    <p:bg>
      <p:bgPr>
        <a:solidFill>
          <a:srgbClr val="F2F2F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e245faa05d_0_216"/>
          <p:cNvSpPr/>
          <p:nvPr/>
        </p:nvSpPr>
        <p:spPr>
          <a:xfrm>
            <a:off x="-25" y="0"/>
            <a:ext cx="12192000" cy="116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2e245faa05d_0_216"/>
          <p:cNvSpPr txBox="1"/>
          <p:nvPr>
            <p:ph type="title"/>
          </p:nvPr>
        </p:nvSpPr>
        <p:spPr>
          <a:xfrm>
            <a:off x="1871350" y="223425"/>
            <a:ext cx="97710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"/>
              <a:buNone/>
              <a:defRPr sz="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" name="Google Shape;164;g2e245faa05d_0_216"/>
          <p:cNvSpPr txBox="1"/>
          <p:nvPr>
            <p:ph idx="1" type="body"/>
          </p:nvPr>
        </p:nvSpPr>
        <p:spPr>
          <a:xfrm>
            <a:off x="473600" y="1523249"/>
            <a:ext cx="112617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b="0" i="0" sz="23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286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286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286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286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P] Capa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e0791bbb4_0_99"/>
          <p:cNvSpPr txBox="1"/>
          <p:nvPr>
            <p:ph type="ctrTitle"/>
          </p:nvPr>
        </p:nvSpPr>
        <p:spPr>
          <a:xfrm>
            <a:off x="1822267" y="2090700"/>
            <a:ext cx="46539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i="1" sz="4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AP] Capa seção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de0791bbb4_0_10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e0791bbb4_0_1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1" name="Google Shape;171;g2de0791bbb4_0_111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72" name="Google Shape;172;g2de0791bbb4_0_111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de0791bbb4_0_1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5" name="Google Shape;175;g2de0791bbb4_0_115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76" name="Google Shape;176;g2de0791bbb4_0_115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T] Capa seção">
  <p:cSld name="TITLE_AND_BOD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de0791bbb4_0_1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T] Slide de título">
  <p:cSld name="TITLE_AND_TWO_COLUMNS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de0791bbb4_0_1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1" name="Google Shape;181;g2de0791bbb4_0_121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2" name="Google Shape;182;g2de0791bbb4_0_121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T] Slide de conteúdo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de0791bbb4_0_1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5" name="Google Shape;185;g2de0791bbb4_0_125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86" name="Google Shape;186;g2de0791bbb4_0_125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título">
  <p:cSld name="TITLE_AND_TWO_COLUMNS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de0791bbb4_0_1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9" name="Google Shape;189;g2de0791bbb4_0_131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90" name="Google Shape;190;g2de0791bbb4_0_131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C] Capa seção">
  <p:cSld name="TITLE_AND_BOD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de0791bbb4_0_1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C] Slide de título">
  <p:cSld name="TITLE_AND_TWO_COLUMNS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de0791bbb4_0_1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5" name="Google Shape;195;g2de0791bbb4_0_141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96" name="Google Shape;196;g2de0791bbb4_0_141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C] Slide de conteúdo">
  <p:cSld name="TITLE_ONLY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e0791bbb4_0_1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9" name="Google Shape;199;g2de0791bbb4_0_145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0" name="Google Shape;200;g2de0791bbb4_0_145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T] Slide de conteúdo 3">
  <p:cSld name="TITLE_ONLY_1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e13ab9b493_0_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3" name="Google Shape;203;g2e13ab9b493_0_6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04" name="Google Shape;204;g2e13ab9b493_0_6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e13ab9b493_0_10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07" name="Google Shape;207;g2e13ab9b493_0_10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208" name="Google Shape;208;g2e13ab9b493_0_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e13ab9b493_0_1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11" name="Google Shape;211;g2e13ab9b493_0_1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12" name="Google Shape;212;g2e13ab9b493_0_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e13ab9b493_0_1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15" name="Google Shape;215;g2e13ab9b493_0_1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16" name="Google Shape;216;g2e13ab9b493_0_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e13ab9b493_0_2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19" name="Google Shape;219;g2e13ab9b493_0_2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20" name="Google Shape;220;g2e13ab9b493_0_2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e13ab9b493_0_26"/>
          <p:cNvSpPr txBox="1"/>
          <p:nvPr>
            <p:ph idx="12" type="sldNum"/>
          </p:nvPr>
        </p:nvSpPr>
        <p:spPr>
          <a:xfrm>
            <a:off x="11364722" y="6260831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e13ab9b493_0_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5" name="Google Shape;225;g2e13ab9b493_0_2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26" name="Google Shape;226;g2e13ab9b493_0_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T] Slide de conteúdo 5">
  <p:cSld name="TITLE_ONLY_1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e13ab9b493_0_3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9" name="Google Shape;229;g2e13ab9b493_0_32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30" name="Google Shape;230;g2e13ab9b493_0_32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T] Slide de título 2">
  <p:cSld name="TITLE_AND_TWO_COLUMNS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e13ab9b493_0_3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3" name="Google Shape;233;g2e13ab9b493_0_36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34" name="Google Shape;234;g2e13ab9b493_0_36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T] Slide de conteúdo 4">
  <p:cSld name="TITLE_ONLY_1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e13ab9b493_0_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7" name="Google Shape;237;g2e13ab9b493_0_40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38" name="Google Shape;238;g2e13ab9b493_0_40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T] Slide de conteúdo 2">
  <p:cSld name="TITLE_ONLY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e13ab9b493_0_4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1" name="Google Shape;241;g2e13ab9b493_0_44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2" name="Google Shape;242;g2e13ab9b493_0_44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T] Slide de conteúdo 1">
  <p:cSld name="TITLE_ONLY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e13ab9b493_0_4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5" name="Google Shape;245;g2e13ab9b493_0_48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6" name="Google Shape;246;g2e13ab9b493_0_48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e Nome palestrante">
  <p:cSld name="Slide de título e Nome palestrante">
    <p:bg>
      <p:bgPr>
        <a:solidFill>
          <a:srgbClr val="007744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g2e13ab9b493_0_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132"/>
            <a:ext cx="12192000" cy="684973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g2e13ab9b493_0_52"/>
          <p:cNvSpPr/>
          <p:nvPr/>
        </p:nvSpPr>
        <p:spPr>
          <a:xfrm>
            <a:off x="0" y="4953000"/>
            <a:ext cx="12192000" cy="1905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0" name="Google Shape;250;g2e13ab9b493_0_52"/>
          <p:cNvSpPr txBox="1"/>
          <p:nvPr>
            <p:ph type="title"/>
          </p:nvPr>
        </p:nvSpPr>
        <p:spPr>
          <a:xfrm>
            <a:off x="838200" y="882649"/>
            <a:ext cx="6771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g2e13ab9b493_0_52"/>
          <p:cNvSpPr txBox="1"/>
          <p:nvPr>
            <p:ph idx="1" type="subTitle"/>
          </p:nvPr>
        </p:nvSpPr>
        <p:spPr>
          <a:xfrm>
            <a:off x="838200" y="2954337"/>
            <a:ext cx="74817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pic>
        <p:nvPicPr>
          <p:cNvPr id="252" name="Google Shape;252;g2e13ab9b493_0_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6157" y="5665508"/>
            <a:ext cx="1712706" cy="603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 SESI">
  <p:cSld name="TITLE_ONLY_2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e13ab9b493_0_58"/>
          <p:cNvSpPr txBox="1"/>
          <p:nvPr>
            <p:ph type="title"/>
          </p:nvPr>
        </p:nvSpPr>
        <p:spPr>
          <a:xfrm>
            <a:off x="838200" y="36512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2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e13ab9b493_0_60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257" name="Google Shape;257;g2e13ab9b493_0_60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  <a:defRPr b="0" i="0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8" name="Google Shape;258;g2e13ab9b493_0_6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ssinatura Final SESI">
  <p:cSld name="Assinatura Final SESI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e13ab9b493_0_64"/>
          <p:cNvSpPr/>
          <p:nvPr/>
        </p:nvSpPr>
        <p:spPr>
          <a:xfrm>
            <a:off x="-9524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1" name="Google Shape;261;g2e13ab9b493_0_64"/>
          <p:cNvSpPr txBox="1"/>
          <p:nvPr/>
        </p:nvSpPr>
        <p:spPr>
          <a:xfrm>
            <a:off x="2662659" y="5658464"/>
            <a:ext cx="686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pt-BR" sz="1400" u="none" cap="none" strike="noStrike">
                <a:solidFill>
                  <a:srgbClr val="0070C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Rodovia Admar Gonzaga, 2765 - Itacorubi - 88034-001 - Florianópolis, SC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g2e13ab9b493_0_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289772" y="2242575"/>
            <a:ext cx="5612456" cy="17055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g2e13ab9b493_0_64"/>
          <p:cNvGrpSpPr/>
          <p:nvPr/>
        </p:nvGrpSpPr>
        <p:grpSpPr>
          <a:xfrm>
            <a:off x="3500149" y="5115378"/>
            <a:ext cx="5191704" cy="310595"/>
            <a:chOff x="2243138" y="3759200"/>
            <a:chExt cx="6899275" cy="412751"/>
          </a:xfrm>
        </p:grpSpPr>
        <p:sp>
          <p:nvSpPr>
            <p:cNvPr id="264" name="Google Shape;264;g2e13ab9b493_0_64"/>
            <p:cNvSpPr/>
            <p:nvPr/>
          </p:nvSpPr>
          <p:spPr>
            <a:xfrm>
              <a:off x="6710363" y="3921125"/>
              <a:ext cx="77788" cy="82550"/>
            </a:xfrm>
            <a:custGeom>
              <a:rect b="b" l="l" r="r" t="t"/>
              <a:pathLst>
                <a:path extrusionOk="0" h="102" w="97">
                  <a:moveTo>
                    <a:pt x="0" y="102"/>
                  </a:moveTo>
                  <a:lnTo>
                    <a:pt x="97" y="52"/>
                  </a:lnTo>
                  <a:lnTo>
                    <a:pt x="0" y="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5" name="Google Shape;265;g2e13ab9b493_0_64"/>
            <p:cNvSpPr/>
            <p:nvPr/>
          </p:nvSpPr>
          <p:spPr>
            <a:xfrm>
              <a:off x="6534151" y="3759200"/>
              <a:ext cx="412750" cy="412751"/>
            </a:xfrm>
            <a:custGeom>
              <a:rect b="b" l="l" r="r" t="t"/>
              <a:pathLst>
                <a:path extrusionOk="0" h="521" w="520">
                  <a:moveTo>
                    <a:pt x="260" y="0"/>
                  </a:moveTo>
                  <a:lnTo>
                    <a:pt x="260" y="0"/>
                  </a:lnTo>
                  <a:lnTo>
                    <a:pt x="233" y="2"/>
                  </a:lnTo>
                  <a:lnTo>
                    <a:pt x="208" y="5"/>
                  </a:lnTo>
                  <a:lnTo>
                    <a:pt x="183" y="11"/>
                  </a:lnTo>
                  <a:lnTo>
                    <a:pt x="158" y="20"/>
                  </a:lnTo>
                  <a:lnTo>
                    <a:pt x="136" y="30"/>
                  </a:lnTo>
                  <a:lnTo>
                    <a:pt x="114" y="45"/>
                  </a:lnTo>
                  <a:lnTo>
                    <a:pt x="95" y="59"/>
                  </a:lnTo>
                  <a:lnTo>
                    <a:pt x="75" y="75"/>
                  </a:lnTo>
                  <a:lnTo>
                    <a:pt x="59" y="95"/>
                  </a:lnTo>
                  <a:lnTo>
                    <a:pt x="44" y="115"/>
                  </a:lnTo>
                  <a:lnTo>
                    <a:pt x="30" y="136"/>
                  </a:lnTo>
                  <a:lnTo>
                    <a:pt x="19" y="158"/>
                  </a:lnTo>
                  <a:lnTo>
                    <a:pt x="10" y="183"/>
                  </a:lnTo>
                  <a:lnTo>
                    <a:pt x="5" y="208"/>
                  </a:lnTo>
                  <a:lnTo>
                    <a:pt x="1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1" y="287"/>
                  </a:lnTo>
                  <a:lnTo>
                    <a:pt x="5" y="313"/>
                  </a:lnTo>
                  <a:lnTo>
                    <a:pt x="10" y="338"/>
                  </a:lnTo>
                  <a:lnTo>
                    <a:pt x="19" y="361"/>
                  </a:lnTo>
                  <a:lnTo>
                    <a:pt x="30" y="384"/>
                  </a:lnTo>
                  <a:lnTo>
                    <a:pt x="44" y="406"/>
                  </a:lnTo>
                  <a:lnTo>
                    <a:pt x="59" y="426"/>
                  </a:lnTo>
                  <a:lnTo>
                    <a:pt x="75" y="444"/>
                  </a:lnTo>
                  <a:lnTo>
                    <a:pt x="95" y="462"/>
                  </a:lnTo>
                  <a:lnTo>
                    <a:pt x="114" y="476"/>
                  </a:lnTo>
                  <a:lnTo>
                    <a:pt x="136" y="489"/>
                  </a:lnTo>
                  <a:lnTo>
                    <a:pt x="158" y="499"/>
                  </a:lnTo>
                  <a:lnTo>
                    <a:pt x="183" y="508"/>
                  </a:lnTo>
                  <a:lnTo>
                    <a:pt x="208" y="516"/>
                  </a:lnTo>
                  <a:lnTo>
                    <a:pt x="233" y="519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87" y="519"/>
                  </a:lnTo>
                  <a:lnTo>
                    <a:pt x="312" y="516"/>
                  </a:lnTo>
                  <a:lnTo>
                    <a:pt x="337" y="508"/>
                  </a:lnTo>
                  <a:lnTo>
                    <a:pt x="361" y="499"/>
                  </a:lnTo>
                  <a:lnTo>
                    <a:pt x="384" y="489"/>
                  </a:lnTo>
                  <a:lnTo>
                    <a:pt x="406" y="476"/>
                  </a:lnTo>
                  <a:lnTo>
                    <a:pt x="425" y="462"/>
                  </a:lnTo>
                  <a:lnTo>
                    <a:pt x="443" y="444"/>
                  </a:lnTo>
                  <a:lnTo>
                    <a:pt x="459" y="426"/>
                  </a:lnTo>
                  <a:lnTo>
                    <a:pt x="476" y="406"/>
                  </a:lnTo>
                  <a:lnTo>
                    <a:pt x="488" y="384"/>
                  </a:lnTo>
                  <a:lnTo>
                    <a:pt x="499" y="361"/>
                  </a:lnTo>
                  <a:lnTo>
                    <a:pt x="508" y="338"/>
                  </a:lnTo>
                  <a:lnTo>
                    <a:pt x="515" y="313"/>
                  </a:lnTo>
                  <a:lnTo>
                    <a:pt x="519" y="287"/>
                  </a:lnTo>
                  <a:lnTo>
                    <a:pt x="520" y="260"/>
                  </a:lnTo>
                  <a:lnTo>
                    <a:pt x="520" y="260"/>
                  </a:lnTo>
                  <a:lnTo>
                    <a:pt x="519" y="233"/>
                  </a:lnTo>
                  <a:lnTo>
                    <a:pt x="515" y="208"/>
                  </a:lnTo>
                  <a:lnTo>
                    <a:pt x="508" y="183"/>
                  </a:lnTo>
                  <a:lnTo>
                    <a:pt x="499" y="158"/>
                  </a:lnTo>
                  <a:lnTo>
                    <a:pt x="488" y="136"/>
                  </a:lnTo>
                  <a:lnTo>
                    <a:pt x="476" y="115"/>
                  </a:lnTo>
                  <a:lnTo>
                    <a:pt x="459" y="95"/>
                  </a:lnTo>
                  <a:lnTo>
                    <a:pt x="443" y="75"/>
                  </a:lnTo>
                  <a:lnTo>
                    <a:pt x="425" y="59"/>
                  </a:lnTo>
                  <a:lnTo>
                    <a:pt x="406" y="45"/>
                  </a:lnTo>
                  <a:lnTo>
                    <a:pt x="384" y="30"/>
                  </a:lnTo>
                  <a:lnTo>
                    <a:pt x="361" y="20"/>
                  </a:lnTo>
                  <a:lnTo>
                    <a:pt x="337" y="11"/>
                  </a:lnTo>
                  <a:lnTo>
                    <a:pt x="312" y="5"/>
                  </a:lnTo>
                  <a:lnTo>
                    <a:pt x="287" y="2"/>
                  </a:lnTo>
                  <a:lnTo>
                    <a:pt x="260" y="0"/>
                  </a:lnTo>
                  <a:lnTo>
                    <a:pt x="260" y="0"/>
                  </a:lnTo>
                  <a:close/>
                  <a:moveTo>
                    <a:pt x="441" y="273"/>
                  </a:moveTo>
                  <a:lnTo>
                    <a:pt x="441" y="273"/>
                  </a:lnTo>
                  <a:lnTo>
                    <a:pt x="440" y="314"/>
                  </a:lnTo>
                  <a:lnTo>
                    <a:pt x="436" y="332"/>
                  </a:lnTo>
                  <a:lnTo>
                    <a:pt x="436" y="332"/>
                  </a:lnTo>
                  <a:lnTo>
                    <a:pt x="434" y="347"/>
                  </a:lnTo>
                  <a:lnTo>
                    <a:pt x="429" y="359"/>
                  </a:lnTo>
                  <a:lnTo>
                    <a:pt x="427" y="365"/>
                  </a:lnTo>
                  <a:lnTo>
                    <a:pt x="422" y="368"/>
                  </a:lnTo>
                  <a:lnTo>
                    <a:pt x="422" y="368"/>
                  </a:lnTo>
                  <a:lnTo>
                    <a:pt x="413" y="377"/>
                  </a:lnTo>
                  <a:lnTo>
                    <a:pt x="402" y="383"/>
                  </a:lnTo>
                  <a:lnTo>
                    <a:pt x="393" y="384"/>
                  </a:lnTo>
                  <a:lnTo>
                    <a:pt x="386" y="384"/>
                  </a:lnTo>
                  <a:lnTo>
                    <a:pt x="386" y="384"/>
                  </a:lnTo>
                  <a:lnTo>
                    <a:pt x="344" y="386"/>
                  </a:lnTo>
                  <a:lnTo>
                    <a:pt x="303" y="388"/>
                  </a:lnTo>
                  <a:lnTo>
                    <a:pt x="260" y="388"/>
                  </a:lnTo>
                  <a:lnTo>
                    <a:pt x="260" y="388"/>
                  </a:lnTo>
                  <a:lnTo>
                    <a:pt x="208" y="388"/>
                  </a:lnTo>
                  <a:lnTo>
                    <a:pt x="168" y="386"/>
                  </a:lnTo>
                  <a:lnTo>
                    <a:pt x="136" y="384"/>
                  </a:lnTo>
                  <a:lnTo>
                    <a:pt x="136" y="384"/>
                  </a:lnTo>
                  <a:lnTo>
                    <a:pt x="118" y="381"/>
                  </a:lnTo>
                  <a:lnTo>
                    <a:pt x="107" y="377"/>
                  </a:lnTo>
                  <a:lnTo>
                    <a:pt x="102" y="374"/>
                  </a:lnTo>
                  <a:lnTo>
                    <a:pt x="97" y="368"/>
                  </a:lnTo>
                  <a:lnTo>
                    <a:pt x="97" y="368"/>
                  </a:lnTo>
                  <a:lnTo>
                    <a:pt x="93" y="365"/>
                  </a:lnTo>
                  <a:lnTo>
                    <a:pt x="89" y="359"/>
                  </a:lnTo>
                  <a:lnTo>
                    <a:pt x="86" y="347"/>
                  </a:lnTo>
                  <a:lnTo>
                    <a:pt x="82" y="332"/>
                  </a:lnTo>
                  <a:lnTo>
                    <a:pt x="82" y="332"/>
                  </a:lnTo>
                  <a:lnTo>
                    <a:pt x="80" y="314"/>
                  </a:lnTo>
                  <a:lnTo>
                    <a:pt x="79" y="273"/>
                  </a:lnTo>
                  <a:lnTo>
                    <a:pt x="79" y="246"/>
                  </a:lnTo>
                  <a:lnTo>
                    <a:pt x="79" y="246"/>
                  </a:lnTo>
                  <a:lnTo>
                    <a:pt x="80" y="205"/>
                  </a:lnTo>
                  <a:lnTo>
                    <a:pt x="82" y="187"/>
                  </a:lnTo>
                  <a:lnTo>
                    <a:pt x="82" y="187"/>
                  </a:lnTo>
                  <a:lnTo>
                    <a:pt x="86" y="172"/>
                  </a:lnTo>
                  <a:lnTo>
                    <a:pt x="89" y="162"/>
                  </a:lnTo>
                  <a:lnTo>
                    <a:pt x="93" y="156"/>
                  </a:lnTo>
                  <a:lnTo>
                    <a:pt x="97" y="151"/>
                  </a:lnTo>
                  <a:lnTo>
                    <a:pt x="97" y="151"/>
                  </a:lnTo>
                  <a:lnTo>
                    <a:pt x="107" y="142"/>
                  </a:lnTo>
                  <a:lnTo>
                    <a:pt x="116" y="138"/>
                  </a:lnTo>
                  <a:lnTo>
                    <a:pt x="125" y="136"/>
                  </a:lnTo>
                  <a:lnTo>
                    <a:pt x="132" y="135"/>
                  </a:lnTo>
                  <a:lnTo>
                    <a:pt x="132" y="135"/>
                  </a:lnTo>
                  <a:lnTo>
                    <a:pt x="174" y="133"/>
                  </a:lnTo>
                  <a:lnTo>
                    <a:pt x="215" y="133"/>
                  </a:lnTo>
                  <a:lnTo>
                    <a:pt x="260" y="131"/>
                  </a:lnTo>
                  <a:lnTo>
                    <a:pt x="260" y="131"/>
                  </a:lnTo>
                  <a:lnTo>
                    <a:pt x="260" y="131"/>
                  </a:lnTo>
                  <a:lnTo>
                    <a:pt x="303" y="133"/>
                  </a:lnTo>
                  <a:lnTo>
                    <a:pt x="344" y="133"/>
                  </a:lnTo>
                  <a:lnTo>
                    <a:pt x="386" y="135"/>
                  </a:lnTo>
                  <a:lnTo>
                    <a:pt x="386" y="135"/>
                  </a:lnTo>
                  <a:lnTo>
                    <a:pt x="393" y="136"/>
                  </a:lnTo>
                  <a:lnTo>
                    <a:pt x="402" y="138"/>
                  </a:lnTo>
                  <a:lnTo>
                    <a:pt x="413" y="142"/>
                  </a:lnTo>
                  <a:lnTo>
                    <a:pt x="422" y="151"/>
                  </a:lnTo>
                  <a:lnTo>
                    <a:pt x="422" y="151"/>
                  </a:lnTo>
                  <a:lnTo>
                    <a:pt x="427" y="156"/>
                  </a:lnTo>
                  <a:lnTo>
                    <a:pt x="429" y="162"/>
                  </a:lnTo>
                  <a:lnTo>
                    <a:pt x="434" y="172"/>
                  </a:lnTo>
                  <a:lnTo>
                    <a:pt x="436" y="187"/>
                  </a:lnTo>
                  <a:lnTo>
                    <a:pt x="436" y="187"/>
                  </a:lnTo>
                  <a:lnTo>
                    <a:pt x="440" y="205"/>
                  </a:lnTo>
                  <a:lnTo>
                    <a:pt x="441" y="246"/>
                  </a:lnTo>
                  <a:lnTo>
                    <a:pt x="441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6" name="Google Shape;266;g2e13ab9b493_0_64"/>
            <p:cNvSpPr/>
            <p:nvPr/>
          </p:nvSpPr>
          <p:spPr>
            <a:xfrm>
              <a:off x="5530851" y="3759200"/>
              <a:ext cx="412750" cy="412751"/>
            </a:xfrm>
            <a:custGeom>
              <a:rect b="b" l="l" r="r" t="t"/>
              <a:pathLst>
                <a:path extrusionOk="0" h="521" w="519">
                  <a:moveTo>
                    <a:pt x="260" y="0"/>
                  </a:moveTo>
                  <a:lnTo>
                    <a:pt x="260" y="0"/>
                  </a:lnTo>
                  <a:lnTo>
                    <a:pt x="233" y="2"/>
                  </a:lnTo>
                  <a:lnTo>
                    <a:pt x="206" y="5"/>
                  </a:lnTo>
                  <a:lnTo>
                    <a:pt x="181" y="11"/>
                  </a:lnTo>
                  <a:lnTo>
                    <a:pt x="158" y="20"/>
                  </a:lnTo>
                  <a:lnTo>
                    <a:pt x="136" y="30"/>
                  </a:lnTo>
                  <a:lnTo>
                    <a:pt x="115" y="45"/>
                  </a:lnTo>
                  <a:lnTo>
                    <a:pt x="93" y="59"/>
                  </a:lnTo>
                  <a:lnTo>
                    <a:pt x="75" y="75"/>
                  </a:lnTo>
                  <a:lnTo>
                    <a:pt x="59" y="95"/>
                  </a:lnTo>
                  <a:lnTo>
                    <a:pt x="43" y="115"/>
                  </a:lnTo>
                  <a:lnTo>
                    <a:pt x="30" y="136"/>
                  </a:lnTo>
                  <a:lnTo>
                    <a:pt x="19" y="158"/>
                  </a:lnTo>
                  <a:lnTo>
                    <a:pt x="10" y="183"/>
                  </a:lnTo>
                  <a:lnTo>
                    <a:pt x="5" y="208"/>
                  </a:lnTo>
                  <a:lnTo>
                    <a:pt x="0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0" y="287"/>
                  </a:lnTo>
                  <a:lnTo>
                    <a:pt x="5" y="313"/>
                  </a:lnTo>
                  <a:lnTo>
                    <a:pt x="10" y="338"/>
                  </a:lnTo>
                  <a:lnTo>
                    <a:pt x="19" y="361"/>
                  </a:lnTo>
                  <a:lnTo>
                    <a:pt x="30" y="384"/>
                  </a:lnTo>
                  <a:lnTo>
                    <a:pt x="43" y="406"/>
                  </a:lnTo>
                  <a:lnTo>
                    <a:pt x="59" y="426"/>
                  </a:lnTo>
                  <a:lnTo>
                    <a:pt x="75" y="444"/>
                  </a:lnTo>
                  <a:lnTo>
                    <a:pt x="93" y="462"/>
                  </a:lnTo>
                  <a:lnTo>
                    <a:pt x="115" y="476"/>
                  </a:lnTo>
                  <a:lnTo>
                    <a:pt x="136" y="489"/>
                  </a:lnTo>
                  <a:lnTo>
                    <a:pt x="158" y="499"/>
                  </a:lnTo>
                  <a:lnTo>
                    <a:pt x="181" y="508"/>
                  </a:lnTo>
                  <a:lnTo>
                    <a:pt x="206" y="516"/>
                  </a:lnTo>
                  <a:lnTo>
                    <a:pt x="233" y="519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85" y="519"/>
                  </a:lnTo>
                  <a:lnTo>
                    <a:pt x="312" y="516"/>
                  </a:lnTo>
                  <a:lnTo>
                    <a:pt x="337" y="508"/>
                  </a:lnTo>
                  <a:lnTo>
                    <a:pt x="361" y="499"/>
                  </a:lnTo>
                  <a:lnTo>
                    <a:pt x="384" y="489"/>
                  </a:lnTo>
                  <a:lnTo>
                    <a:pt x="406" y="476"/>
                  </a:lnTo>
                  <a:lnTo>
                    <a:pt x="425" y="462"/>
                  </a:lnTo>
                  <a:lnTo>
                    <a:pt x="443" y="444"/>
                  </a:lnTo>
                  <a:lnTo>
                    <a:pt x="459" y="426"/>
                  </a:lnTo>
                  <a:lnTo>
                    <a:pt x="476" y="406"/>
                  </a:lnTo>
                  <a:lnTo>
                    <a:pt x="488" y="384"/>
                  </a:lnTo>
                  <a:lnTo>
                    <a:pt x="499" y="361"/>
                  </a:lnTo>
                  <a:lnTo>
                    <a:pt x="508" y="338"/>
                  </a:lnTo>
                  <a:lnTo>
                    <a:pt x="515" y="313"/>
                  </a:lnTo>
                  <a:lnTo>
                    <a:pt x="519" y="287"/>
                  </a:lnTo>
                  <a:lnTo>
                    <a:pt x="519" y="260"/>
                  </a:lnTo>
                  <a:lnTo>
                    <a:pt x="519" y="260"/>
                  </a:lnTo>
                  <a:lnTo>
                    <a:pt x="519" y="233"/>
                  </a:lnTo>
                  <a:lnTo>
                    <a:pt x="515" y="208"/>
                  </a:lnTo>
                  <a:lnTo>
                    <a:pt x="508" y="183"/>
                  </a:lnTo>
                  <a:lnTo>
                    <a:pt x="499" y="158"/>
                  </a:lnTo>
                  <a:lnTo>
                    <a:pt x="488" y="136"/>
                  </a:lnTo>
                  <a:lnTo>
                    <a:pt x="476" y="115"/>
                  </a:lnTo>
                  <a:lnTo>
                    <a:pt x="459" y="95"/>
                  </a:lnTo>
                  <a:lnTo>
                    <a:pt x="443" y="75"/>
                  </a:lnTo>
                  <a:lnTo>
                    <a:pt x="425" y="59"/>
                  </a:lnTo>
                  <a:lnTo>
                    <a:pt x="406" y="45"/>
                  </a:lnTo>
                  <a:lnTo>
                    <a:pt x="384" y="30"/>
                  </a:lnTo>
                  <a:lnTo>
                    <a:pt x="361" y="20"/>
                  </a:lnTo>
                  <a:lnTo>
                    <a:pt x="337" y="11"/>
                  </a:lnTo>
                  <a:lnTo>
                    <a:pt x="312" y="5"/>
                  </a:lnTo>
                  <a:lnTo>
                    <a:pt x="285" y="2"/>
                  </a:lnTo>
                  <a:lnTo>
                    <a:pt x="260" y="0"/>
                  </a:lnTo>
                  <a:lnTo>
                    <a:pt x="260" y="0"/>
                  </a:lnTo>
                  <a:close/>
                  <a:moveTo>
                    <a:pt x="172" y="370"/>
                  </a:moveTo>
                  <a:lnTo>
                    <a:pt x="109" y="370"/>
                  </a:lnTo>
                  <a:lnTo>
                    <a:pt x="109" y="171"/>
                  </a:lnTo>
                  <a:lnTo>
                    <a:pt x="172" y="171"/>
                  </a:lnTo>
                  <a:lnTo>
                    <a:pt x="172" y="370"/>
                  </a:lnTo>
                  <a:close/>
                  <a:moveTo>
                    <a:pt x="140" y="147"/>
                  </a:moveTo>
                  <a:lnTo>
                    <a:pt x="138" y="147"/>
                  </a:lnTo>
                  <a:lnTo>
                    <a:pt x="138" y="147"/>
                  </a:lnTo>
                  <a:lnTo>
                    <a:pt x="131" y="145"/>
                  </a:lnTo>
                  <a:lnTo>
                    <a:pt x="124" y="144"/>
                  </a:lnTo>
                  <a:lnTo>
                    <a:pt x="116" y="140"/>
                  </a:lnTo>
                  <a:lnTo>
                    <a:pt x="111" y="136"/>
                  </a:lnTo>
                  <a:lnTo>
                    <a:pt x="107" y="131"/>
                  </a:lnTo>
                  <a:lnTo>
                    <a:pt x="104" y="126"/>
                  </a:lnTo>
                  <a:lnTo>
                    <a:pt x="102" y="118"/>
                  </a:lnTo>
                  <a:lnTo>
                    <a:pt x="102" y="111"/>
                  </a:lnTo>
                  <a:lnTo>
                    <a:pt x="102" y="111"/>
                  </a:lnTo>
                  <a:lnTo>
                    <a:pt x="102" y="104"/>
                  </a:lnTo>
                  <a:lnTo>
                    <a:pt x="104" y="99"/>
                  </a:lnTo>
                  <a:lnTo>
                    <a:pt x="107" y="93"/>
                  </a:lnTo>
                  <a:lnTo>
                    <a:pt x="111" y="88"/>
                  </a:lnTo>
                  <a:lnTo>
                    <a:pt x="118" y="83"/>
                  </a:lnTo>
                  <a:lnTo>
                    <a:pt x="124" y="81"/>
                  </a:lnTo>
                  <a:lnTo>
                    <a:pt x="131" y="79"/>
                  </a:lnTo>
                  <a:lnTo>
                    <a:pt x="140" y="77"/>
                  </a:lnTo>
                  <a:lnTo>
                    <a:pt x="140" y="77"/>
                  </a:lnTo>
                  <a:lnTo>
                    <a:pt x="149" y="79"/>
                  </a:lnTo>
                  <a:lnTo>
                    <a:pt x="156" y="81"/>
                  </a:lnTo>
                  <a:lnTo>
                    <a:pt x="161" y="83"/>
                  </a:lnTo>
                  <a:lnTo>
                    <a:pt x="167" y="88"/>
                  </a:lnTo>
                  <a:lnTo>
                    <a:pt x="172" y="93"/>
                  </a:lnTo>
                  <a:lnTo>
                    <a:pt x="174" y="99"/>
                  </a:lnTo>
                  <a:lnTo>
                    <a:pt x="177" y="104"/>
                  </a:lnTo>
                  <a:lnTo>
                    <a:pt x="177" y="111"/>
                  </a:lnTo>
                  <a:lnTo>
                    <a:pt x="177" y="111"/>
                  </a:lnTo>
                  <a:lnTo>
                    <a:pt x="177" y="118"/>
                  </a:lnTo>
                  <a:lnTo>
                    <a:pt x="176" y="126"/>
                  </a:lnTo>
                  <a:lnTo>
                    <a:pt x="172" y="131"/>
                  </a:lnTo>
                  <a:lnTo>
                    <a:pt x="167" y="136"/>
                  </a:lnTo>
                  <a:lnTo>
                    <a:pt x="161" y="140"/>
                  </a:lnTo>
                  <a:lnTo>
                    <a:pt x="156" y="144"/>
                  </a:lnTo>
                  <a:lnTo>
                    <a:pt x="147" y="145"/>
                  </a:lnTo>
                  <a:lnTo>
                    <a:pt x="140" y="147"/>
                  </a:lnTo>
                  <a:lnTo>
                    <a:pt x="140" y="147"/>
                  </a:lnTo>
                  <a:close/>
                  <a:moveTo>
                    <a:pt x="424" y="370"/>
                  </a:moveTo>
                  <a:lnTo>
                    <a:pt x="352" y="370"/>
                  </a:lnTo>
                  <a:lnTo>
                    <a:pt x="352" y="268"/>
                  </a:lnTo>
                  <a:lnTo>
                    <a:pt x="352" y="268"/>
                  </a:lnTo>
                  <a:lnTo>
                    <a:pt x="352" y="259"/>
                  </a:lnTo>
                  <a:lnTo>
                    <a:pt x="350" y="250"/>
                  </a:lnTo>
                  <a:lnTo>
                    <a:pt x="348" y="241"/>
                  </a:lnTo>
                  <a:lnTo>
                    <a:pt x="343" y="235"/>
                  </a:lnTo>
                  <a:lnTo>
                    <a:pt x="339" y="230"/>
                  </a:lnTo>
                  <a:lnTo>
                    <a:pt x="332" y="226"/>
                  </a:lnTo>
                  <a:lnTo>
                    <a:pt x="325" y="223"/>
                  </a:lnTo>
                  <a:lnTo>
                    <a:pt x="316" y="223"/>
                  </a:lnTo>
                  <a:lnTo>
                    <a:pt x="316" y="223"/>
                  </a:lnTo>
                  <a:lnTo>
                    <a:pt x="310" y="223"/>
                  </a:lnTo>
                  <a:lnTo>
                    <a:pt x="303" y="224"/>
                  </a:lnTo>
                  <a:lnTo>
                    <a:pt x="294" y="230"/>
                  </a:lnTo>
                  <a:lnTo>
                    <a:pt x="287" y="237"/>
                  </a:lnTo>
                  <a:lnTo>
                    <a:pt x="283" y="246"/>
                  </a:lnTo>
                  <a:lnTo>
                    <a:pt x="283" y="246"/>
                  </a:lnTo>
                  <a:lnTo>
                    <a:pt x="282" y="253"/>
                  </a:lnTo>
                  <a:lnTo>
                    <a:pt x="282" y="262"/>
                  </a:lnTo>
                  <a:lnTo>
                    <a:pt x="282" y="370"/>
                  </a:lnTo>
                  <a:lnTo>
                    <a:pt x="210" y="370"/>
                  </a:lnTo>
                  <a:lnTo>
                    <a:pt x="210" y="370"/>
                  </a:lnTo>
                  <a:lnTo>
                    <a:pt x="212" y="277"/>
                  </a:lnTo>
                  <a:lnTo>
                    <a:pt x="210" y="171"/>
                  </a:lnTo>
                  <a:lnTo>
                    <a:pt x="282" y="171"/>
                  </a:lnTo>
                  <a:lnTo>
                    <a:pt x="282" y="203"/>
                  </a:lnTo>
                  <a:lnTo>
                    <a:pt x="282" y="203"/>
                  </a:lnTo>
                  <a:lnTo>
                    <a:pt x="283" y="198"/>
                  </a:lnTo>
                  <a:lnTo>
                    <a:pt x="287" y="192"/>
                  </a:lnTo>
                  <a:lnTo>
                    <a:pt x="292" y="187"/>
                  </a:lnTo>
                  <a:lnTo>
                    <a:pt x="300" y="181"/>
                  </a:lnTo>
                  <a:lnTo>
                    <a:pt x="309" y="176"/>
                  </a:lnTo>
                  <a:lnTo>
                    <a:pt x="319" y="172"/>
                  </a:lnTo>
                  <a:lnTo>
                    <a:pt x="330" y="171"/>
                  </a:lnTo>
                  <a:lnTo>
                    <a:pt x="345" y="169"/>
                  </a:lnTo>
                  <a:lnTo>
                    <a:pt x="345" y="169"/>
                  </a:lnTo>
                  <a:lnTo>
                    <a:pt x="361" y="171"/>
                  </a:lnTo>
                  <a:lnTo>
                    <a:pt x="375" y="174"/>
                  </a:lnTo>
                  <a:lnTo>
                    <a:pt x="388" y="181"/>
                  </a:lnTo>
                  <a:lnTo>
                    <a:pt x="400" y="192"/>
                  </a:lnTo>
                  <a:lnTo>
                    <a:pt x="409" y="205"/>
                  </a:lnTo>
                  <a:lnTo>
                    <a:pt x="416" y="219"/>
                  </a:lnTo>
                  <a:lnTo>
                    <a:pt x="422" y="239"/>
                  </a:lnTo>
                  <a:lnTo>
                    <a:pt x="424" y="260"/>
                  </a:lnTo>
                  <a:lnTo>
                    <a:pt x="424" y="37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7" name="Google Shape;267;g2e13ab9b493_0_64"/>
            <p:cNvSpPr/>
            <p:nvPr/>
          </p:nvSpPr>
          <p:spPr>
            <a:xfrm>
              <a:off x="6032501" y="3759200"/>
              <a:ext cx="412751" cy="412751"/>
            </a:xfrm>
            <a:custGeom>
              <a:rect b="b" l="l" r="r" t="t"/>
              <a:pathLst>
                <a:path extrusionOk="0" h="521" w="521">
                  <a:moveTo>
                    <a:pt x="261" y="0"/>
                  </a:moveTo>
                  <a:lnTo>
                    <a:pt x="261" y="0"/>
                  </a:lnTo>
                  <a:lnTo>
                    <a:pt x="234" y="2"/>
                  </a:lnTo>
                  <a:lnTo>
                    <a:pt x="209" y="5"/>
                  </a:lnTo>
                  <a:lnTo>
                    <a:pt x="183" y="11"/>
                  </a:lnTo>
                  <a:lnTo>
                    <a:pt x="160" y="20"/>
                  </a:lnTo>
                  <a:lnTo>
                    <a:pt x="137" y="30"/>
                  </a:lnTo>
                  <a:lnTo>
                    <a:pt x="115" y="45"/>
                  </a:lnTo>
                  <a:lnTo>
                    <a:pt x="95" y="59"/>
                  </a:lnTo>
                  <a:lnTo>
                    <a:pt x="77" y="75"/>
                  </a:lnTo>
                  <a:lnTo>
                    <a:pt x="59" y="95"/>
                  </a:lnTo>
                  <a:lnTo>
                    <a:pt x="45" y="115"/>
                  </a:lnTo>
                  <a:lnTo>
                    <a:pt x="32" y="136"/>
                  </a:lnTo>
                  <a:lnTo>
                    <a:pt x="22" y="158"/>
                  </a:lnTo>
                  <a:lnTo>
                    <a:pt x="13" y="183"/>
                  </a:lnTo>
                  <a:lnTo>
                    <a:pt x="6" y="208"/>
                  </a:lnTo>
                  <a:lnTo>
                    <a:pt x="2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2" y="287"/>
                  </a:lnTo>
                  <a:lnTo>
                    <a:pt x="6" y="313"/>
                  </a:lnTo>
                  <a:lnTo>
                    <a:pt x="13" y="338"/>
                  </a:lnTo>
                  <a:lnTo>
                    <a:pt x="22" y="361"/>
                  </a:lnTo>
                  <a:lnTo>
                    <a:pt x="32" y="384"/>
                  </a:lnTo>
                  <a:lnTo>
                    <a:pt x="45" y="406"/>
                  </a:lnTo>
                  <a:lnTo>
                    <a:pt x="59" y="426"/>
                  </a:lnTo>
                  <a:lnTo>
                    <a:pt x="77" y="444"/>
                  </a:lnTo>
                  <a:lnTo>
                    <a:pt x="95" y="462"/>
                  </a:lnTo>
                  <a:lnTo>
                    <a:pt x="115" y="476"/>
                  </a:lnTo>
                  <a:lnTo>
                    <a:pt x="137" y="489"/>
                  </a:lnTo>
                  <a:lnTo>
                    <a:pt x="160" y="499"/>
                  </a:lnTo>
                  <a:lnTo>
                    <a:pt x="183" y="508"/>
                  </a:lnTo>
                  <a:lnTo>
                    <a:pt x="209" y="516"/>
                  </a:lnTo>
                  <a:lnTo>
                    <a:pt x="234" y="519"/>
                  </a:lnTo>
                  <a:lnTo>
                    <a:pt x="261" y="521"/>
                  </a:lnTo>
                  <a:lnTo>
                    <a:pt x="261" y="521"/>
                  </a:lnTo>
                  <a:lnTo>
                    <a:pt x="288" y="519"/>
                  </a:lnTo>
                  <a:lnTo>
                    <a:pt x="313" y="516"/>
                  </a:lnTo>
                  <a:lnTo>
                    <a:pt x="338" y="508"/>
                  </a:lnTo>
                  <a:lnTo>
                    <a:pt x="363" y="499"/>
                  </a:lnTo>
                  <a:lnTo>
                    <a:pt x="385" y="489"/>
                  </a:lnTo>
                  <a:lnTo>
                    <a:pt x="406" y="476"/>
                  </a:lnTo>
                  <a:lnTo>
                    <a:pt x="426" y="462"/>
                  </a:lnTo>
                  <a:lnTo>
                    <a:pt x="446" y="444"/>
                  </a:lnTo>
                  <a:lnTo>
                    <a:pt x="462" y="426"/>
                  </a:lnTo>
                  <a:lnTo>
                    <a:pt x="476" y="406"/>
                  </a:lnTo>
                  <a:lnTo>
                    <a:pt x="491" y="384"/>
                  </a:lnTo>
                  <a:lnTo>
                    <a:pt x="501" y="361"/>
                  </a:lnTo>
                  <a:lnTo>
                    <a:pt x="509" y="338"/>
                  </a:lnTo>
                  <a:lnTo>
                    <a:pt x="516" y="313"/>
                  </a:lnTo>
                  <a:lnTo>
                    <a:pt x="519" y="287"/>
                  </a:lnTo>
                  <a:lnTo>
                    <a:pt x="521" y="260"/>
                  </a:lnTo>
                  <a:lnTo>
                    <a:pt x="521" y="260"/>
                  </a:lnTo>
                  <a:lnTo>
                    <a:pt x="519" y="233"/>
                  </a:lnTo>
                  <a:lnTo>
                    <a:pt x="516" y="208"/>
                  </a:lnTo>
                  <a:lnTo>
                    <a:pt x="509" y="183"/>
                  </a:lnTo>
                  <a:lnTo>
                    <a:pt x="501" y="158"/>
                  </a:lnTo>
                  <a:lnTo>
                    <a:pt x="491" y="136"/>
                  </a:lnTo>
                  <a:lnTo>
                    <a:pt x="476" y="115"/>
                  </a:lnTo>
                  <a:lnTo>
                    <a:pt x="462" y="95"/>
                  </a:lnTo>
                  <a:lnTo>
                    <a:pt x="446" y="75"/>
                  </a:lnTo>
                  <a:lnTo>
                    <a:pt x="426" y="59"/>
                  </a:lnTo>
                  <a:lnTo>
                    <a:pt x="406" y="45"/>
                  </a:lnTo>
                  <a:lnTo>
                    <a:pt x="385" y="30"/>
                  </a:lnTo>
                  <a:lnTo>
                    <a:pt x="363" y="20"/>
                  </a:lnTo>
                  <a:lnTo>
                    <a:pt x="338" y="11"/>
                  </a:lnTo>
                  <a:lnTo>
                    <a:pt x="313" y="5"/>
                  </a:lnTo>
                  <a:lnTo>
                    <a:pt x="288" y="2"/>
                  </a:lnTo>
                  <a:lnTo>
                    <a:pt x="261" y="0"/>
                  </a:lnTo>
                  <a:lnTo>
                    <a:pt x="261" y="0"/>
                  </a:lnTo>
                  <a:close/>
                  <a:moveTo>
                    <a:pt x="331" y="411"/>
                  </a:moveTo>
                  <a:lnTo>
                    <a:pt x="331" y="411"/>
                  </a:lnTo>
                  <a:lnTo>
                    <a:pt x="246" y="410"/>
                  </a:lnTo>
                  <a:lnTo>
                    <a:pt x="246" y="410"/>
                  </a:lnTo>
                  <a:lnTo>
                    <a:pt x="237" y="410"/>
                  </a:lnTo>
                  <a:lnTo>
                    <a:pt x="225" y="404"/>
                  </a:lnTo>
                  <a:lnTo>
                    <a:pt x="209" y="397"/>
                  </a:lnTo>
                  <a:lnTo>
                    <a:pt x="192" y="386"/>
                  </a:lnTo>
                  <a:lnTo>
                    <a:pt x="185" y="381"/>
                  </a:lnTo>
                  <a:lnTo>
                    <a:pt x="178" y="372"/>
                  </a:lnTo>
                  <a:lnTo>
                    <a:pt x="171" y="363"/>
                  </a:lnTo>
                  <a:lnTo>
                    <a:pt x="164" y="352"/>
                  </a:lnTo>
                  <a:lnTo>
                    <a:pt x="158" y="341"/>
                  </a:lnTo>
                  <a:lnTo>
                    <a:pt x="155" y="329"/>
                  </a:lnTo>
                  <a:lnTo>
                    <a:pt x="153" y="314"/>
                  </a:lnTo>
                  <a:lnTo>
                    <a:pt x="151" y="298"/>
                  </a:lnTo>
                  <a:lnTo>
                    <a:pt x="151" y="298"/>
                  </a:lnTo>
                  <a:lnTo>
                    <a:pt x="151" y="251"/>
                  </a:lnTo>
                  <a:lnTo>
                    <a:pt x="151" y="251"/>
                  </a:lnTo>
                  <a:lnTo>
                    <a:pt x="151" y="208"/>
                  </a:lnTo>
                  <a:lnTo>
                    <a:pt x="151" y="208"/>
                  </a:lnTo>
                  <a:lnTo>
                    <a:pt x="151" y="196"/>
                  </a:lnTo>
                  <a:lnTo>
                    <a:pt x="151" y="196"/>
                  </a:lnTo>
                  <a:lnTo>
                    <a:pt x="151" y="162"/>
                  </a:lnTo>
                  <a:lnTo>
                    <a:pt x="153" y="145"/>
                  </a:lnTo>
                  <a:lnTo>
                    <a:pt x="156" y="129"/>
                  </a:lnTo>
                  <a:lnTo>
                    <a:pt x="156" y="129"/>
                  </a:lnTo>
                  <a:lnTo>
                    <a:pt x="162" y="118"/>
                  </a:lnTo>
                  <a:lnTo>
                    <a:pt x="169" y="111"/>
                  </a:lnTo>
                  <a:lnTo>
                    <a:pt x="178" y="108"/>
                  </a:lnTo>
                  <a:lnTo>
                    <a:pt x="191" y="106"/>
                  </a:lnTo>
                  <a:lnTo>
                    <a:pt x="191" y="106"/>
                  </a:lnTo>
                  <a:lnTo>
                    <a:pt x="203" y="108"/>
                  </a:lnTo>
                  <a:lnTo>
                    <a:pt x="212" y="113"/>
                  </a:lnTo>
                  <a:lnTo>
                    <a:pt x="219" y="120"/>
                  </a:lnTo>
                  <a:lnTo>
                    <a:pt x="225" y="131"/>
                  </a:lnTo>
                  <a:lnTo>
                    <a:pt x="228" y="142"/>
                  </a:lnTo>
                  <a:lnTo>
                    <a:pt x="230" y="154"/>
                  </a:lnTo>
                  <a:lnTo>
                    <a:pt x="230" y="183"/>
                  </a:lnTo>
                  <a:lnTo>
                    <a:pt x="340" y="183"/>
                  </a:lnTo>
                  <a:lnTo>
                    <a:pt x="340" y="183"/>
                  </a:lnTo>
                  <a:lnTo>
                    <a:pt x="347" y="185"/>
                  </a:lnTo>
                  <a:lnTo>
                    <a:pt x="352" y="187"/>
                  </a:lnTo>
                  <a:lnTo>
                    <a:pt x="358" y="190"/>
                  </a:lnTo>
                  <a:lnTo>
                    <a:pt x="361" y="196"/>
                  </a:lnTo>
                  <a:lnTo>
                    <a:pt x="365" y="203"/>
                  </a:lnTo>
                  <a:lnTo>
                    <a:pt x="368" y="210"/>
                  </a:lnTo>
                  <a:lnTo>
                    <a:pt x="370" y="219"/>
                  </a:lnTo>
                  <a:lnTo>
                    <a:pt x="370" y="228"/>
                  </a:lnTo>
                  <a:lnTo>
                    <a:pt x="370" y="228"/>
                  </a:lnTo>
                  <a:lnTo>
                    <a:pt x="368" y="237"/>
                  </a:lnTo>
                  <a:lnTo>
                    <a:pt x="367" y="244"/>
                  </a:lnTo>
                  <a:lnTo>
                    <a:pt x="361" y="251"/>
                  </a:lnTo>
                  <a:lnTo>
                    <a:pt x="354" y="255"/>
                  </a:lnTo>
                  <a:lnTo>
                    <a:pt x="347" y="259"/>
                  </a:lnTo>
                  <a:lnTo>
                    <a:pt x="341" y="260"/>
                  </a:lnTo>
                  <a:lnTo>
                    <a:pt x="327" y="262"/>
                  </a:lnTo>
                  <a:lnTo>
                    <a:pt x="228" y="262"/>
                  </a:lnTo>
                  <a:lnTo>
                    <a:pt x="228" y="262"/>
                  </a:lnTo>
                  <a:lnTo>
                    <a:pt x="228" y="300"/>
                  </a:lnTo>
                  <a:lnTo>
                    <a:pt x="228" y="300"/>
                  </a:lnTo>
                  <a:lnTo>
                    <a:pt x="228" y="305"/>
                  </a:lnTo>
                  <a:lnTo>
                    <a:pt x="230" y="313"/>
                  </a:lnTo>
                  <a:lnTo>
                    <a:pt x="232" y="318"/>
                  </a:lnTo>
                  <a:lnTo>
                    <a:pt x="237" y="323"/>
                  </a:lnTo>
                  <a:lnTo>
                    <a:pt x="243" y="329"/>
                  </a:lnTo>
                  <a:lnTo>
                    <a:pt x="252" y="332"/>
                  </a:lnTo>
                  <a:lnTo>
                    <a:pt x="262" y="334"/>
                  </a:lnTo>
                  <a:lnTo>
                    <a:pt x="277" y="336"/>
                  </a:lnTo>
                  <a:lnTo>
                    <a:pt x="336" y="336"/>
                  </a:lnTo>
                  <a:lnTo>
                    <a:pt x="336" y="336"/>
                  </a:lnTo>
                  <a:lnTo>
                    <a:pt x="341" y="336"/>
                  </a:lnTo>
                  <a:lnTo>
                    <a:pt x="347" y="338"/>
                  </a:lnTo>
                  <a:lnTo>
                    <a:pt x="354" y="341"/>
                  </a:lnTo>
                  <a:lnTo>
                    <a:pt x="359" y="345"/>
                  </a:lnTo>
                  <a:lnTo>
                    <a:pt x="365" y="350"/>
                  </a:lnTo>
                  <a:lnTo>
                    <a:pt x="368" y="357"/>
                  </a:lnTo>
                  <a:lnTo>
                    <a:pt x="372" y="366"/>
                  </a:lnTo>
                  <a:lnTo>
                    <a:pt x="372" y="377"/>
                  </a:lnTo>
                  <a:lnTo>
                    <a:pt x="372" y="377"/>
                  </a:lnTo>
                  <a:lnTo>
                    <a:pt x="370" y="388"/>
                  </a:lnTo>
                  <a:lnTo>
                    <a:pt x="367" y="395"/>
                  </a:lnTo>
                  <a:lnTo>
                    <a:pt x="361" y="402"/>
                  </a:lnTo>
                  <a:lnTo>
                    <a:pt x="356" y="406"/>
                  </a:lnTo>
                  <a:lnTo>
                    <a:pt x="349" y="410"/>
                  </a:lnTo>
                  <a:lnTo>
                    <a:pt x="341" y="411"/>
                  </a:lnTo>
                  <a:lnTo>
                    <a:pt x="331" y="411"/>
                  </a:lnTo>
                  <a:lnTo>
                    <a:pt x="331" y="411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8" name="Google Shape;268;g2e13ab9b493_0_64"/>
            <p:cNvSpPr/>
            <p:nvPr/>
          </p:nvSpPr>
          <p:spPr>
            <a:xfrm>
              <a:off x="5029201" y="3759200"/>
              <a:ext cx="414338" cy="412751"/>
            </a:xfrm>
            <a:custGeom>
              <a:rect b="b" l="l" r="r" t="t"/>
              <a:pathLst>
                <a:path extrusionOk="0" h="521" w="521">
                  <a:moveTo>
                    <a:pt x="261" y="0"/>
                  </a:moveTo>
                  <a:lnTo>
                    <a:pt x="261" y="0"/>
                  </a:lnTo>
                  <a:lnTo>
                    <a:pt x="234" y="2"/>
                  </a:lnTo>
                  <a:lnTo>
                    <a:pt x="209" y="5"/>
                  </a:lnTo>
                  <a:lnTo>
                    <a:pt x="183" y="11"/>
                  </a:lnTo>
                  <a:lnTo>
                    <a:pt x="160" y="20"/>
                  </a:lnTo>
                  <a:lnTo>
                    <a:pt x="137" y="30"/>
                  </a:lnTo>
                  <a:lnTo>
                    <a:pt x="115" y="45"/>
                  </a:lnTo>
                  <a:lnTo>
                    <a:pt x="95" y="59"/>
                  </a:lnTo>
                  <a:lnTo>
                    <a:pt x="78" y="75"/>
                  </a:lnTo>
                  <a:lnTo>
                    <a:pt x="60" y="95"/>
                  </a:lnTo>
                  <a:lnTo>
                    <a:pt x="45" y="115"/>
                  </a:lnTo>
                  <a:lnTo>
                    <a:pt x="33" y="136"/>
                  </a:lnTo>
                  <a:lnTo>
                    <a:pt x="22" y="158"/>
                  </a:lnTo>
                  <a:lnTo>
                    <a:pt x="13" y="183"/>
                  </a:lnTo>
                  <a:lnTo>
                    <a:pt x="6" y="208"/>
                  </a:lnTo>
                  <a:lnTo>
                    <a:pt x="2" y="233"/>
                  </a:lnTo>
                  <a:lnTo>
                    <a:pt x="0" y="260"/>
                  </a:lnTo>
                  <a:lnTo>
                    <a:pt x="0" y="260"/>
                  </a:lnTo>
                  <a:lnTo>
                    <a:pt x="2" y="287"/>
                  </a:lnTo>
                  <a:lnTo>
                    <a:pt x="6" y="313"/>
                  </a:lnTo>
                  <a:lnTo>
                    <a:pt x="13" y="338"/>
                  </a:lnTo>
                  <a:lnTo>
                    <a:pt x="22" y="361"/>
                  </a:lnTo>
                  <a:lnTo>
                    <a:pt x="33" y="384"/>
                  </a:lnTo>
                  <a:lnTo>
                    <a:pt x="45" y="406"/>
                  </a:lnTo>
                  <a:lnTo>
                    <a:pt x="60" y="426"/>
                  </a:lnTo>
                  <a:lnTo>
                    <a:pt x="78" y="444"/>
                  </a:lnTo>
                  <a:lnTo>
                    <a:pt x="95" y="462"/>
                  </a:lnTo>
                  <a:lnTo>
                    <a:pt x="115" y="476"/>
                  </a:lnTo>
                  <a:lnTo>
                    <a:pt x="137" y="489"/>
                  </a:lnTo>
                  <a:lnTo>
                    <a:pt x="160" y="499"/>
                  </a:lnTo>
                  <a:lnTo>
                    <a:pt x="183" y="508"/>
                  </a:lnTo>
                  <a:lnTo>
                    <a:pt x="209" y="516"/>
                  </a:lnTo>
                  <a:lnTo>
                    <a:pt x="234" y="519"/>
                  </a:lnTo>
                  <a:lnTo>
                    <a:pt x="261" y="521"/>
                  </a:lnTo>
                  <a:lnTo>
                    <a:pt x="261" y="521"/>
                  </a:lnTo>
                  <a:lnTo>
                    <a:pt x="288" y="519"/>
                  </a:lnTo>
                  <a:lnTo>
                    <a:pt x="313" y="516"/>
                  </a:lnTo>
                  <a:lnTo>
                    <a:pt x="338" y="508"/>
                  </a:lnTo>
                  <a:lnTo>
                    <a:pt x="361" y="499"/>
                  </a:lnTo>
                  <a:lnTo>
                    <a:pt x="385" y="489"/>
                  </a:lnTo>
                  <a:lnTo>
                    <a:pt x="406" y="476"/>
                  </a:lnTo>
                  <a:lnTo>
                    <a:pt x="426" y="462"/>
                  </a:lnTo>
                  <a:lnTo>
                    <a:pt x="444" y="444"/>
                  </a:lnTo>
                  <a:lnTo>
                    <a:pt x="462" y="426"/>
                  </a:lnTo>
                  <a:lnTo>
                    <a:pt x="476" y="406"/>
                  </a:lnTo>
                  <a:lnTo>
                    <a:pt x="489" y="384"/>
                  </a:lnTo>
                  <a:lnTo>
                    <a:pt x="500" y="361"/>
                  </a:lnTo>
                  <a:lnTo>
                    <a:pt x="509" y="338"/>
                  </a:lnTo>
                  <a:lnTo>
                    <a:pt x="516" y="313"/>
                  </a:lnTo>
                  <a:lnTo>
                    <a:pt x="519" y="287"/>
                  </a:lnTo>
                  <a:lnTo>
                    <a:pt x="521" y="260"/>
                  </a:lnTo>
                  <a:lnTo>
                    <a:pt x="521" y="260"/>
                  </a:lnTo>
                  <a:lnTo>
                    <a:pt x="519" y="233"/>
                  </a:lnTo>
                  <a:lnTo>
                    <a:pt x="516" y="208"/>
                  </a:lnTo>
                  <a:lnTo>
                    <a:pt x="509" y="183"/>
                  </a:lnTo>
                  <a:lnTo>
                    <a:pt x="500" y="158"/>
                  </a:lnTo>
                  <a:lnTo>
                    <a:pt x="489" y="136"/>
                  </a:lnTo>
                  <a:lnTo>
                    <a:pt x="476" y="115"/>
                  </a:lnTo>
                  <a:lnTo>
                    <a:pt x="462" y="95"/>
                  </a:lnTo>
                  <a:lnTo>
                    <a:pt x="444" y="75"/>
                  </a:lnTo>
                  <a:lnTo>
                    <a:pt x="426" y="59"/>
                  </a:lnTo>
                  <a:lnTo>
                    <a:pt x="406" y="45"/>
                  </a:lnTo>
                  <a:lnTo>
                    <a:pt x="385" y="30"/>
                  </a:lnTo>
                  <a:lnTo>
                    <a:pt x="361" y="20"/>
                  </a:lnTo>
                  <a:lnTo>
                    <a:pt x="338" y="11"/>
                  </a:lnTo>
                  <a:lnTo>
                    <a:pt x="313" y="5"/>
                  </a:lnTo>
                  <a:lnTo>
                    <a:pt x="288" y="2"/>
                  </a:lnTo>
                  <a:lnTo>
                    <a:pt x="261" y="0"/>
                  </a:lnTo>
                  <a:lnTo>
                    <a:pt x="261" y="0"/>
                  </a:lnTo>
                  <a:close/>
                  <a:moveTo>
                    <a:pt x="329" y="259"/>
                  </a:moveTo>
                  <a:lnTo>
                    <a:pt x="284" y="259"/>
                  </a:lnTo>
                  <a:lnTo>
                    <a:pt x="284" y="259"/>
                  </a:lnTo>
                  <a:lnTo>
                    <a:pt x="284" y="420"/>
                  </a:lnTo>
                  <a:lnTo>
                    <a:pt x="218" y="420"/>
                  </a:lnTo>
                  <a:lnTo>
                    <a:pt x="218" y="420"/>
                  </a:lnTo>
                  <a:lnTo>
                    <a:pt x="218" y="259"/>
                  </a:lnTo>
                  <a:lnTo>
                    <a:pt x="185" y="259"/>
                  </a:lnTo>
                  <a:lnTo>
                    <a:pt x="185" y="203"/>
                  </a:lnTo>
                  <a:lnTo>
                    <a:pt x="218" y="203"/>
                  </a:lnTo>
                  <a:lnTo>
                    <a:pt x="218" y="165"/>
                  </a:lnTo>
                  <a:lnTo>
                    <a:pt x="218" y="165"/>
                  </a:lnTo>
                  <a:lnTo>
                    <a:pt x="218" y="154"/>
                  </a:lnTo>
                  <a:lnTo>
                    <a:pt x="221" y="144"/>
                  </a:lnTo>
                  <a:lnTo>
                    <a:pt x="225" y="133"/>
                  </a:lnTo>
                  <a:lnTo>
                    <a:pt x="230" y="122"/>
                  </a:lnTo>
                  <a:lnTo>
                    <a:pt x="239" y="113"/>
                  </a:lnTo>
                  <a:lnTo>
                    <a:pt x="252" y="104"/>
                  </a:lnTo>
                  <a:lnTo>
                    <a:pt x="266" y="101"/>
                  </a:lnTo>
                  <a:lnTo>
                    <a:pt x="286" y="99"/>
                  </a:lnTo>
                  <a:lnTo>
                    <a:pt x="334" y="99"/>
                  </a:lnTo>
                  <a:lnTo>
                    <a:pt x="334" y="153"/>
                  </a:lnTo>
                  <a:lnTo>
                    <a:pt x="334" y="153"/>
                  </a:lnTo>
                  <a:lnTo>
                    <a:pt x="298" y="153"/>
                  </a:lnTo>
                  <a:lnTo>
                    <a:pt x="298" y="153"/>
                  </a:lnTo>
                  <a:lnTo>
                    <a:pt x="295" y="154"/>
                  </a:lnTo>
                  <a:lnTo>
                    <a:pt x="289" y="156"/>
                  </a:lnTo>
                  <a:lnTo>
                    <a:pt x="286" y="162"/>
                  </a:lnTo>
                  <a:lnTo>
                    <a:pt x="284" y="169"/>
                  </a:lnTo>
                  <a:lnTo>
                    <a:pt x="284" y="203"/>
                  </a:lnTo>
                  <a:lnTo>
                    <a:pt x="336" y="203"/>
                  </a:lnTo>
                  <a:lnTo>
                    <a:pt x="329" y="2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9" name="Google Shape;269;g2e13ab9b493_0_64"/>
            <p:cNvSpPr/>
            <p:nvPr/>
          </p:nvSpPr>
          <p:spPr>
            <a:xfrm>
              <a:off x="2243138" y="3800475"/>
              <a:ext cx="174625" cy="293688"/>
            </a:xfrm>
            <a:custGeom>
              <a:rect b="b" l="l" r="r" t="t"/>
              <a:pathLst>
                <a:path extrusionOk="0" h="370" w="221">
                  <a:moveTo>
                    <a:pt x="111" y="370"/>
                  </a:moveTo>
                  <a:lnTo>
                    <a:pt x="111" y="370"/>
                  </a:lnTo>
                  <a:lnTo>
                    <a:pt x="90" y="368"/>
                  </a:lnTo>
                  <a:lnTo>
                    <a:pt x="68" y="363"/>
                  </a:lnTo>
                  <a:lnTo>
                    <a:pt x="50" y="354"/>
                  </a:lnTo>
                  <a:lnTo>
                    <a:pt x="32" y="341"/>
                  </a:lnTo>
                  <a:lnTo>
                    <a:pt x="25" y="334"/>
                  </a:lnTo>
                  <a:lnTo>
                    <a:pt x="20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0" y="95"/>
                  </a:lnTo>
                  <a:lnTo>
                    <a:pt x="2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20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50" y="16"/>
                  </a:lnTo>
                  <a:lnTo>
                    <a:pt x="68" y="7"/>
                  </a:lnTo>
                  <a:lnTo>
                    <a:pt x="90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3" y="2"/>
                  </a:lnTo>
                  <a:lnTo>
                    <a:pt x="153" y="7"/>
                  </a:lnTo>
                  <a:lnTo>
                    <a:pt x="172" y="16"/>
                  </a:lnTo>
                  <a:lnTo>
                    <a:pt x="189" y="27"/>
                  </a:lnTo>
                  <a:lnTo>
                    <a:pt x="196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2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1" y="108"/>
                  </a:lnTo>
                  <a:lnTo>
                    <a:pt x="221" y="262"/>
                  </a:lnTo>
                  <a:lnTo>
                    <a:pt x="221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7" y="298"/>
                  </a:lnTo>
                  <a:lnTo>
                    <a:pt x="212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6" y="334"/>
                  </a:lnTo>
                  <a:lnTo>
                    <a:pt x="189" y="341"/>
                  </a:lnTo>
                  <a:lnTo>
                    <a:pt x="172" y="354"/>
                  </a:lnTo>
                  <a:lnTo>
                    <a:pt x="153" y="363"/>
                  </a:lnTo>
                  <a:lnTo>
                    <a:pt x="133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4" y="110"/>
                  </a:moveTo>
                  <a:lnTo>
                    <a:pt x="154" y="110"/>
                  </a:lnTo>
                  <a:lnTo>
                    <a:pt x="154" y="99"/>
                  </a:lnTo>
                  <a:lnTo>
                    <a:pt x="153" y="88"/>
                  </a:lnTo>
                  <a:lnTo>
                    <a:pt x="147" y="79"/>
                  </a:lnTo>
                  <a:lnTo>
                    <a:pt x="144" y="72"/>
                  </a:lnTo>
                  <a:lnTo>
                    <a:pt x="137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1" y="61"/>
                  </a:lnTo>
                  <a:lnTo>
                    <a:pt x="93" y="63"/>
                  </a:lnTo>
                  <a:lnTo>
                    <a:pt x="84" y="66"/>
                  </a:lnTo>
                  <a:lnTo>
                    <a:pt x="79" y="72"/>
                  </a:lnTo>
                  <a:lnTo>
                    <a:pt x="74" y="79"/>
                  </a:lnTo>
                  <a:lnTo>
                    <a:pt x="70" y="88"/>
                  </a:lnTo>
                  <a:lnTo>
                    <a:pt x="66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6" y="271"/>
                  </a:lnTo>
                  <a:lnTo>
                    <a:pt x="70" y="282"/>
                  </a:lnTo>
                  <a:lnTo>
                    <a:pt x="74" y="291"/>
                  </a:lnTo>
                  <a:lnTo>
                    <a:pt x="79" y="296"/>
                  </a:lnTo>
                  <a:lnTo>
                    <a:pt x="84" y="304"/>
                  </a:lnTo>
                  <a:lnTo>
                    <a:pt x="93" y="307"/>
                  </a:lnTo>
                  <a:lnTo>
                    <a:pt x="101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0" y="309"/>
                  </a:lnTo>
                  <a:lnTo>
                    <a:pt x="129" y="307"/>
                  </a:lnTo>
                  <a:lnTo>
                    <a:pt x="137" y="304"/>
                  </a:lnTo>
                  <a:lnTo>
                    <a:pt x="144" y="296"/>
                  </a:lnTo>
                  <a:lnTo>
                    <a:pt x="147" y="291"/>
                  </a:lnTo>
                  <a:lnTo>
                    <a:pt x="153" y="282"/>
                  </a:lnTo>
                  <a:lnTo>
                    <a:pt x="154" y="271"/>
                  </a:lnTo>
                  <a:lnTo>
                    <a:pt x="154" y="261"/>
                  </a:lnTo>
                  <a:lnTo>
                    <a:pt x="154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0" name="Google Shape;270;g2e13ab9b493_0_64"/>
            <p:cNvSpPr/>
            <p:nvPr/>
          </p:nvSpPr>
          <p:spPr>
            <a:xfrm>
              <a:off x="2460626" y="3800475"/>
              <a:ext cx="184150" cy="293688"/>
            </a:xfrm>
            <a:custGeom>
              <a:rect b="b" l="l" r="r" t="t"/>
              <a:pathLst>
                <a:path extrusionOk="0" h="370" w="234">
                  <a:moveTo>
                    <a:pt x="117" y="370"/>
                  </a:moveTo>
                  <a:lnTo>
                    <a:pt x="117" y="370"/>
                  </a:lnTo>
                  <a:lnTo>
                    <a:pt x="93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41" y="349"/>
                  </a:lnTo>
                  <a:lnTo>
                    <a:pt x="34" y="341"/>
                  </a:lnTo>
                  <a:lnTo>
                    <a:pt x="25" y="334"/>
                  </a:lnTo>
                  <a:lnTo>
                    <a:pt x="20" y="327"/>
                  </a:lnTo>
                  <a:lnTo>
                    <a:pt x="13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6"/>
                  </a:lnTo>
                  <a:lnTo>
                    <a:pt x="4" y="232"/>
                  </a:lnTo>
                  <a:lnTo>
                    <a:pt x="9" y="219"/>
                  </a:lnTo>
                  <a:lnTo>
                    <a:pt x="14" y="208"/>
                  </a:lnTo>
                  <a:lnTo>
                    <a:pt x="22" y="199"/>
                  </a:lnTo>
                  <a:lnTo>
                    <a:pt x="29" y="192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31" y="167"/>
                  </a:lnTo>
                  <a:lnTo>
                    <a:pt x="23" y="160"/>
                  </a:lnTo>
                  <a:lnTo>
                    <a:pt x="18" y="151"/>
                  </a:lnTo>
                  <a:lnTo>
                    <a:pt x="13" y="142"/>
                  </a:lnTo>
                  <a:lnTo>
                    <a:pt x="7" y="129"/>
                  </a:lnTo>
                  <a:lnTo>
                    <a:pt x="5" y="117"/>
                  </a:lnTo>
                  <a:lnTo>
                    <a:pt x="4" y="104"/>
                  </a:lnTo>
                  <a:lnTo>
                    <a:pt x="4" y="104"/>
                  </a:lnTo>
                  <a:lnTo>
                    <a:pt x="5" y="92"/>
                  </a:lnTo>
                  <a:lnTo>
                    <a:pt x="5" y="81"/>
                  </a:lnTo>
                  <a:lnTo>
                    <a:pt x="9" y="70"/>
                  </a:lnTo>
                  <a:lnTo>
                    <a:pt x="13" y="59"/>
                  </a:lnTo>
                  <a:lnTo>
                    <a:pt x="18" y="50"/>
                  </a:lnTo>
                  <a:lnTo>
                    <a:pt x="23" y="41"/>
                  </a:lnTo>
                  <a:lnTo>
                    <a:pt x="31" y="34"/>
                  </a:lnTo>
                  <a:lnTo>
                    <a:pt x="38" y="27"/>
                  </a:lnTo>
                  <a:lnTo>
                    <a:pt x="54" y="16"/>
                  </a:lnTo>
                  <a:lnTo>
                    <a:pt x="74" y="7"/>
                  </a:lnTo>
                  <a:lnTo>
                    <a:pt x="93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38" y="2"/>
                  </a:lnTo>
                  <a:lnTo>
                    <a:pt x="160" y="7"/>
                  </a:lnTo>
                  <a:lnTo>
                    <a:pt x="178" y="16"/>
                  </a:lnTo>
                  <a:lnTo>
                    <a:pt x="194" y="27"/>
                  </a:lnTo>
                  <a:lnTo>
                    <a:pt x="208" y="41"/>
                  </a:lnTo>
                  <a:lnTo>
                    <a:pt x="214" y="50"/>
                  </a:lnTo>
                  <a:lnTo>
                    <a:pt x="219" y="59"/>
                  </a:lnTo>
                  <a:lnTo>
                    <a:pt x="223" y="70"/>
                  </a:lnTo>
                  <a:lnTo>
                    <a:pt x="225" y="81"/>
                  </a:lnTo>
                  <a:lnTo>
                    <a:pt x="226" y="92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26" y="117"/>
                  </a:lnTo>
                  <a:lnTo>
                    <a:pt x="225" y="129"/>
                  </a:lnTo>
                  <a:lnTo>
                    <a:pt x="219" y="142"/>
                  </a:lnTo>
                  <a:lnTo>
                    <a:pt x="214" y="151"/>
                  </a:lnTo>
                  <a:lnTo>
                    <a:pt x="208" y="160"/>
                  </a:lnTo>
                  <a:lnTo>
                    <a:pt x="201" y="167"/>
                  </a:lnTo>
                  <a:lnTo>
                    <a:pt x="187" y="180"/>
                  </a:lnTo>
                  <a:lnTo>
                    <a:pt x="187" y="180"/>
                  </a:lnTo>
                  <a:lnTo>
                    <a:pt x="203" y="192"/>
                  </a:lnTo>
                  <a:lnTo>
                    <a:pt x="210" y="199"/>
                  </a:lnTo>
                  <a:lnTo>
                    <a:pt x="217" y="208"/>
                  </a:lnTo>
                  <a:lnTo>
                    <a:pt x="223" y="219"/>
                  </a:lnTo>
                  <a:lnTo>
                    <a:pt x="228" y="232"/>
                  </a:lnTo>
                  <a:lnTo>
                    <a:pt x="232" y="246"/>
                  </a:lnTo>
                  <a:lnTo>
                    <a:pt x="234" y="261"/>
                  </a:lnTo>
                  <a:lnTo>
                    <a:pt x="234" y="261"/>
                  </a:lnTo>
                  <a:lnTo>
                    <a:pt x="232" y="275"/>
                  </a:lnTo>
                  <a:lnTo>
                    <a:pt x="230" y="286"/>
                  </a:lnTo>
                  <a:lnTo>
                    <a:pt x="228" y="298"/>
                  </a:lnTo>
                  <a:lnTo>
                    <a:pt x="225" y="307"/>
                  </a:lnTo>
                  <a:lnTo>
                    <a:pt x="219" y="318"/>
                  </a:lnTo>
                  <a:lnTo>
                    <a:pt x="214" y="327"/>
                  </a:lnTo>
                  <a:lnTo>
                    <a:pt x="207" y="334"/>
                  </a:lnTo>
                  <a:lnTo>
                    <a:pt x="199" y="341"/>
                  </a:lnTo>
                  <a:lnTo>
                    <a:pt x="190" y="349"/>
                  </a:lnTo>
                  <a:lnTo>
                    <a:pt x="182" y="354"/>
                  </a:lnTo>
                  <a:lnTo>
                    <a:pt x="162" y="363"/>
                  </a:lnTo>
                  <a:lnTo>
                    <a:pt x="140" y="368"/>
                  </a:lnTo>
                  <a:lnTo>
                    <a:pt x="117" y="370"/>
                  </a:lnTo>
                  <a:lnTo>
                    <a:pt x="117" y="370"/>
                  </a:lnTo>
                  <a:close/>
                  <a:moveTo>
                    <a:pt x="117" y="210"/>
                  </a:moveTo>
                  <a:lnTo>
                    <a:pt x="117" y="210"/>
                  </a:lnTo>
                  <a:lnTo>
                    <a:pt x="106" y="210"/>
                  </a:lnTo>
                  <a:lnTo>
                    <a:pt x="97" y="214"/>
                  </a:lnTo>
                  <a:lnTo>
                    <a:pt x="88" y="217"/>
                  </a:lnTo>
                  <a:lnTo>
                    <a:pt x="81" y="225"/>
                  </a:lnTo>
                  <a:lnTo>
                    <a:pt x="74" y="232"/>
                  </a:lnTo>
                  <a:lnTo>
                    <a:pt x="70" y="241"/>
                  </a:lnTo>
                  <a:lnTo>
                    <a:pt x="67" y="250"/>
                  </a:lnTo>
                  <a:lnTo>
                    <a:pt x="67" y="261"/>
                  </a:lnTo>
                  <a:lnTo>
                    <a:pt x="67" y="261"/>
                  </a:lnTo>
                  <a:lnTo>
                    <a:pt x="67" y="271"/>
                  </a:lnTo>
                  <a:lnTo>
                    <a:pt x="70" y="280"/>
                  </a:lnTo>
                  <a:lnTo>
                    <a:pt x="74" y="289"/>
                  </a:lnTo>
                  <a:lnTo>
                    <a:pt x="81" y="296"/>
                  </a:lnTo>
                  <a:lnTo>
                    <a:pt x="88" y="302"/>
                  </a:lnTo>
                  <a:lnTo>
                    <a:pt x="97" y="307"/>
                  </a:lnTo>
                  <a:lnTo>
                    <a:pt x="106" y="309"/>
                  </a:lnTo>
                  <a:lnTo>
                    <a:pt x="117" y="311"/>
                  </a:lnTo>
                  <a:lnTo>
                    <a:pt x="117" y="311"/>
                  </a:lnTo>
                  <a:lnTo>
                    <a:pt x="126" y="309"/>
                  </a:lnTo>
                  <a:lnTo>
                    <a:pt x="137" y="307"/>
                  </a:lnTo>
                  <a:lnTo>
                    <a:pt x="144" y="302"/>
                  </a:lnTo>
                  <a:lnTo>
                    <a:pt x="151" y="296"/>
                  </a:lnTo>
                  <a:lnTo>
                    <a:pt x="158" y="289"/>
                  </a:lnTo>
                  <a:lnTo>
                    <a:pt x="162" y="280"/>
                  </a:lnTo>
                  <a:lnTo>
                    <a:pt x="165" y="271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5" y="250"/>
                  </a:lnTo>
                  <a:lnTo>
                    <a:pt x="162" y="241"/>
                  </a:lnTo>
                  <a:lnTo>
                    <a:pt x="158" y="232"/>
                  </a:lnTo>
                  <a:lnTo>
                    <a:pt x="151" y="225"/>
                  </a:lnTo>
                  <a:lnTo>
                    <a:pt x="144" y="217"/>
                  </a:lnTo>
                  <a:lnTo>
                    <a:pt x="137" y="214"/>
                  </a:lnTo>
                  <a:lnTo>
                    <a:pt x="126" y="210"/>
                  </a:lnTo>
                  <a:lnTo>
                    <a:pt x="117" y="210"/>
                  </a:lnTo>
                  <a:lnTo>
                    <a:pt x="117" y="210"/>
                  </a:lnTo>
                  <a:close/>
                  <a:moveTo>
                    <a:pt x="117" y="59"/>
                  </a:moveTo>
                  <a:lnTo>
                    <a:pt x="117" y="59"/>
                  </a:lnTo>
                  <a:lnTo>
                    <a:pt x="106" y="61"/>
                  </a:lnTo>
                  <a:lnTo>
                    <a:pt x="99" y="63"/>
                  </a:lnTo>
                  <a:lnTo>
                    <a:pt x="90" y="66"/>
                  </a:lnTo>
                  <a:lnTo>
                    <a:pt x="83" y="72"/>
                  </a:lnTo>
                  <a:lnTo>
                    <a:pt x="77" y="79"/>
                  </a:lnTo>
                  <a:lnTo>
                    <a:pt x="74" y="88"/>
                  </a:lnTo>
                  <a:lnTo>
                    <a:pt x="72" y="95"/>
                  </a:lnTo>
                  <a:lnTo>
                    <a:pt x="70" y="106"/>
                  </a:lnTo>
                  <a:lnTo>
                    <a:pt x="70" y="106"/>
                  </a:lnTo>
                  <a:lnTo>
                    <a:pt x="72" y="115"/>
                  </a:lnTo>
                  <a:lnTo>
                    <a:pt x="74" y="124"/>
                  </a:lnTo>
                  <a:lnTo>
                    <a:pt x="77" y="131"/>
                  </a:lnTo>
                  <a:lnTo>
                    <a:pt x="83" y="138"/>
                  </a:lnTo>
                  <a:lnTo>
                    <a:pt x="90" y="144"/>
                  </a:lnTo>
                  <a:lnTo>
                    <a:pt x="99" y="147"/>
                  </a:lnTo>
                  <a:lnTo>
                    <a:pt x="106" y="151"/>
                  </a:lnTo>
                  <a:lnTo>
                    <a:pt x="117" y="151"/>
                  </a:lnTo>
                  <a:lnTo>
                    <a:pt x="117" y="151"/>
                  </a:lnTo>
                  <a:lnTo>
                    <a:pt x="126" y="151"/>
                  </a:lnTo>
                  <a:lnTo>
                    <a:pt x="135" y="147"/>
                  </a:lnTo>
                  <a:lnTo>
                    <a:pt x="142" y="144"/>
                  </a:lnTo>
                  <a:lnTo>
                    <a:pt x="149" y="138"/>
                  </a:lnTo>
                  <a:lnTo>
                    <a:pt x="155" y="131"/>
                  </a:lnTo>
                  <a:lnTo>
                    <a:pt x="158" y="124"/>
                  </a:lnTo>
                  <a:lnTo>
                    <a:pt x="160" y="115"/>
                  </a:lnTo>
                  <a:lnTo>
                    <a:pt x="162" y="106"/>
                  </a:lnTo>
                  <a:lnTo>
                    <a:pt x="162" y="106"/>
                  </a:lnTo>
                  <a:lnTo>
                    <a:pt x="160" y="95"/>
                  </a:lnTo>
                  <a:lnTo>
                    <a:pt x="158" y="88"/>
                  </a:lnTo>
                  <a:lnTo>
                    <a:pt x="155" y="79"/>
                  </a:lnTo>
                  <a:lnTo>
                    <a:pt x="149" y="72"/>
                  </a:lnTo>
                  <a:lnTo>
                    <a:pt x="142" y="66"/>
                  </a:lnTo>
                  <a:lnTo>
                    <a:pt x="135" y="63"/>
                  </a:lnTo>
                  <a:lnTo>
                    <a:pt x="126" y="61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1" name="Google Shape;271;g2e13ab9b493_0_64"/>
            <p:cNvSpPr/>
            <p:nvPr/>
          </p:nvSpPr>
          <p:spPr>
            <a:xfrm>
              <a:off x="2684463" y="3800475"/>
              <a:ext cx="176213" cy="293688"/>
            </a:xfrm>
            <a:custGeom>
              <a:rect b="b" l="l" r="r" t="t"/>
              <a:pathLst>
                <a:path extrusionOk="0" h="370" w="221">
                  <a:moveTo>
                    <a:pt x="109" y="370"/>
                  </a:moveTo>
                  <a:lnTo>
                    <a:pt x="109" y="370"/>
                  </a:lnTo>
                  <a:lnTo>
                    <a:pt x="88" y="368"/>
                  </a:lnTo>
                  <a:lnTo>
                    <a:pt x="68" y="363"/>
                  </a:lnTo>
                  <a:lnTo>
                    <a:pt x="48" y="354"/>
                  </a:lnTo>
                  <a:lnTo>
                    <a:pt x="32" y="341"/>
                  </a:lnTo>
                  <a:lnTo>
                    <a:pt x="25" y="334"/>
                  </a:lnTo>
                  <a:lnTo>
                    <a:pt x="18" y="327"/>
                  </a:lnTo>
                  <a:lnTo>
                    <a:pt x="12" y="318"/>
                  </a:lnTo>
                  <a:lnTo>
                    <a:pt x="9" y="307"/>
                  </a:lnTo>
                  <a:lnTo>
                    <a:pt x="3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0" y="95"/>
                  </a:lnTo>
                  <a:lnTo>
                    <a:pt x="2" y="83"/>
                  </a:lnTo>
                  <a:lnTo>
                    <a:pt x="3" y="72"/>
                  </a:lnTo>
                  <a:lnTo>
                    <a:pt x="9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48" y="16"/>
                  </a:lnTo>
                  <a:lnTo>
                    <a:pt x="68" y="7"/>
                  </a:lnTo>
                  <a:lnTo>
                    <a:pt x="88" y="2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33" y="2"/>
                  </a:lnTo>
                  <a:lnTo>
                    <a:pt x="153" y="7"/>
                  </a:lnTo>
                  <a:lnTo>
                    <a:pt x="171" y="16"/>
                  </a:lnTo>
                  <a:lnTo>
                    <a:pt x="189" y="27"/>
                  </a:lnTo>
                  <a:lnTo>
                    <a:pt x="196" y="34"/>
                  </a:lnTo>
                  <a:lnTo>
                    <a:pt x="201" y="43"/>
                  </a:lnTo>
                  <a:lnTo>
                    <a:pt x="206" y="52"/>
                  </a:lnTo>
                  <a:lnTo>
                    <a:pt x="212" y="61"/>
                  </a:lnTo>
                  <a:lnTo>
                    <a:pt x="215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1" y="108"/>
                  </a:lnTo>
                  <a:lnTo>
                    <a:pt x="221" y="262"/>
                  </a:lnTo>
                  <a:lnTo>
                    <a:pt x="221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5" y="298"/>
                  </a:lnTo>
                  <a:lnTo>
                    <a:pt x="212" y="307"/>
                  </a:lnTo>
                  <a:lnTo>
                    <a:pt x="206" y="318"/>
                  </a:lnTo>
                  <a:lnTo>
                    <a:pt x="201" y="327"/>
                  </a:lnTo>
                  <a:lnTo>
                    <a:pt x="196" y="334"/>
                  </a:lnTo>
                  <a:lnTo>
                    <a:pt x="189" y="341"/>
                  </a:lnTo>
                  <a:lnTo>
                    <a:pt x="171" y="354"/>
                  </a:lnTo>
                  <a:lnTo>
                    <a:pt x="153" y="363"/>
                  </a:lnTo>
                  <a:lnTo>
                    <a:pt x="133" y="368"/>
                  </a:lnTo>
                  <a:lnTo>
                    <a:pt x="109" y="370"/>
                  </a:lnTo>
                  <a:lnTo>
                    <a:pt x="109" y="370"/>
                  </a:lnTo>
                  <a:close/>
                  <a:moveTo>
                    <a:pt x="154" y="110"/>
                  </a:moveTo>
                  <a:lnTo>
                    <a:pt x="154" y="110"/>
                  </a:lnTo>
                  <a:lnTo>
                    <a:pt x="153" y="99"/>
                  </a:lnTo>
                  <a:lnTo>
                    <a:pt x="151" y="88"/>
                  </a:lnTo>
                  <a:lnTo>
                    <a:pt x="147" y="79"/>
                  </a:lnTo>
                  <a:lnTo>
                    <a:pt x="142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09" y="59"/>
                  </a:lnTo>
                  <a:lnTo>
                    <a:pt x="109" y="59"/>
                  </a:lnTo>
                  <a:lnTo>
                    <a:pt x="100" y="61"/>
                  </a:lnTo>
                  <a:lnTo>
                    <a:pt x="92" y="63"/>
                  </a:lnTo>
                  <a:lnTo>
                    <a:pt x="84" y="66"/>
                  </a:lnTo>
                  <a:lnTo>
                    <a:pt x="77" y="72"/>
                  </a:lnTo>
                  <a:lnTo>
                    <a:pt x="74" y="79"/>
                  </a:lnTo>
                  <a:lnTo>
                    <a:pt x="68" y="88"/>
                  </a:lnTo>
                  <a:lnTo>
                    <a:pt x="66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6" y="271"/>
                  </a:lnTo>
                  <a:lnTo>
                    <a:pt x="68" y="282"/>
                  </a:lnTo>
                  <a:lnTo>
                    <a:pt x="74" y="291"/>
                  </a:lnTo>
                  <a:lnTo>
                    <a:pt x="77" y="296"/>
                  </a:lnTo>
                  <a:lnTo>
                    <a:pt x="84" y="304"/>
                  </a:lnTo>
                  <a:lnTo>
                    <a:pt x="92" y="307"/>
                  </a:lnTo>
                  <a:lnTo>
                    <a:pt x="100" y="309"/>
                  </a:lnTo>
                  <a:lnTo>
                    <a:pt x="109" y="311"/>
                  </a:lnTo>
                  <a:lnTo>
                    <a:pt x="109" y="311"/>
                  </a:lnTo>
                  <a:lnTo>
                    <a:pt x="120" y="309"/>
                  </a:lnTo>
                  <a:lnTo>
                    <a:pt x="129" y="307"/>
                  </a:lnTo>
                  <a:lnTo>
                    <a:pt x="136" y="304"/>
                  </a:lnTo>
                  <a:lnTo>
                    <a:pt x="142" y="296"/>
                  </a:lnTo>
                  <a:lnTo>
                    <a:pt x="147" y="291"/>
                  </a:lnTo>
                  <a:lnTo>
                    <a:pt x="151" y="282"/>
                  </a:lnTo>
                  <a:lnTo>
                    <a:pt x="153" y="271"/>
                  </a:lnTo>
                  <a:lnTo>
                    <a:pt x="154" y="261"/>
                  </a:lnTo>
                  <a:lnTo>
                    <a:pt x="154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2" name="Google Shape;272;g2e13ab9b493_0_64"/>
            <p:cNvSpPr/>
            <p:nvPr/>
          </p:nvSpPr>
          <p:spPr>
            <a:xfrm>
              <a:off x="2905126" y="3800475"/>
              <a:ext cx="176213" cy="293688"/>
            </a:xfrm>
            <a:custGeom>
              <a:rect b="b" l="l" r="r" t="t"/>
              <a:pathLst>
                <a:path extrusionOk="0" h="370" w="222">
                  <a:moveTo>
                    <a:pt x="111" y="370"/>
                  </a:moveTo>
                  <a:lnTo>
                    <a:pt x="111" y="370"/>
                  </a:lnTo>
                  <a:lnTo>
                    <a:pt x="89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34" y="341"/>
                  </a:lnTo>
                  <a:lnTo>
                    <a:pt x="26" y="334"/>
                  </a:lnTo>
                  <a:lnTo>
                    <a:pt x="19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3" y="286"/>
                  </a:lnTo>
                  <a:lnTo>
                    <a:pt x="1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5"/>
                  </a:lnTo>
                  <a:lnTo>
                    <a:pt x="3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19" y="43"/>
                  </a:lnTo>
                  <a:lnTo>
                    <a:pt x="26" y="34"/>
                  </a:lnTo>
                  <a:lnTo>
                    <a:pt x="34" y="27"/>
                  </a:lnTo>
                  <a:lnTo>
                    <a:pt x="50" y="16"/>
                  </a:lnTo>
                  <a:lnTo>
                    <a:pt x="70" y="7"/>
                  </a:lnTo>
                  <a:lnTo>
                    <a:pt x="89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2" y="2"/>
                  </a:lnTo>
                  <a:lnTo>
                    <a:pt x="154" y="7"/>
                  </a:lnTo>
                  <a:lnTo>
                    <a:pt x="172" y="16"/>
                  </a:lnTo>
                  <a:lnTo>
                    <a:pt x="188" y="27"/>
                  </a:lnTo>
                  <a:lnTo>
                    <a:pt x="195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3" y="61"/>
                  </a:lnTo>
                  <a:lnTo>
                    <a:pt x="217" y="72"/>
                  </a:lnTo>
                  <a:lnTo>
                    <a:pt x="221" y="83"/>
                  </a:lnTo>
                  <a:lnTo>
                    <a:pt x="221" y="95"/>
                  </a:lnTo>
                  <a:lnTo>
                    <a:pt x="222" y="108"/>
                  </a:lnTo>
                  <a:lnTo>
                    <a:pt x="222" y="262"/>
                  </a:lnTo>
                  <a:lnTo>
                    <a:pt x="222" y="262"/>
                  </a:lnTo>
                  <a:lnTo>
                    <a:pt x="221" y="275"/>
                  </a:lnTo>
                  <a:lnTo>
                    <a:pt x="221" y="286"/>
                  </a:lnTo>
                  <a:lnTo>
                    <a:pt x="217" y="298"/>
                  </a:lnTo>
                  <a:lnTo>
                    <a:pt x="213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5" y="334"/>
                  </a:lnTo>
                  <a:lnTo>
                    <a:pt x="188" y="341"/>
                  </a:lnTo>
                  <a:lnTo>
                    <a:pt x="172" y="354"/>
                  </a:lnTo>
                  <a:lnTo>
                    <a:pt x="154" y="363"/>
                  </a:lnTo>
                  <a:lnTo>
                    <a:pt x="132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6" y="110"/>
                  </a:moveTo>
                  <a:lnTo>
                    <a:pt x="156" y="110"/>
                  </a:lnTo>
                  <a:lnTo>
                    <a:pt x="154" y="99"/>
                  </a:lnTo>
                  <a:lnTo>
                    <a:pt x="152" y="88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8" y="66"/>
                  </a:lnTo>
                  <a:lnTo>
                    <a:pt x="129" y="63"/>
                  </a:lnTo>
                  <a:lnTo>
                    <a:pt x="122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61"/>
                  </a:lnTo>
                  <a:lnTo>
                    <a:pt x="93" y="63"/>
                  </a:lnTo>
                  <a:lnTo>
                    <a:pt x="86" y="66"/>
                  </a:lnTo>
                  <a:lnTo>
                    <a:pt x="79" y="72"/>
                  </a:lnTo>
                  <a:lnTo>
                    <a:pt x="73" y="79"/>
                  </a:lnTo>
                  <a:lnTo>
                    <a:pt x="70" y="88"/>
                  </a:lnTo>
                  <a:lnTo>
                    <a:pt x="68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8" y="271"/>
                  </a:lnTo>
                  <a:lnTo>
                    <a:pt x="70" y="282"/>
                  </a:lnTo>
                  <a:lnTo>
                    <a:pt x="73" y="291"/>
                  </a:lnTo>
                  <a:lnTo>
                    <a:pt x="79" y="296"/>
                  </a:lnTo>
                  <a:lnTo>
                    <a:pt x="86" y="304"/>
                  </a:lnTo>
                  <a:lnTo>
                    <a:pt x="93" y="307"/>
                  </a:lnTo>
                  <a:lnTo>
                    <a:pt x="102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2" y="309"/>
                  </a:lnTo>
                  <a:lnTo>
                    <a:pt x="129" y="307"/>
                  </a:lnTo>
                  <a:lnTo>
                    <a:pt x="138" y="304"/>
                  </a:lnTo>
                  <a:lnTo>
                    <a:pt x="143" y="296"/>
                  </a:lnTo>
                  <a:lnTo>
                    <a:pt x="149" y="291"/>
                  </a:lnTo>
                  <a:lnTo>
                    <a:pt x="152" y="282"/>
                  </a:lnTo>
                  <a:lnTo>
                    <a:pt x="154" y="271"/>
                  </a:lnTo>
                  <a:lnTo>
                    <a:pt x="156" y="261"/>
                  </a:lnTo>
                  <a:lnTo>
                    <a:pt x="156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3" name="Google Shape;273;g2e13ab9b493_0_64"/>
            <p:cNvSpPr/>
            <p:nvPr/>
          </p:nvSpPr>
          <p:spPr>
            <a:xfrm>
              <a:off x="3219451" y="3800475"/>
              <a:ext cx="177800" cy="293688"/>
            </a:xfrm>
            <a:custGeom>
              <a:rect b="b" l="l" r="r" t="t"/>
              <a:pathLst>
                <a:path extrusionOk="0" h="370" w="222">
                  <a:moveTo>
                    <a:pt x="111" y="370"/>
                  </a:moveTo>
                  <a:lnTo>
                    <a:pt x="111" y="370"/>
                  </a:lnTo>
                  <a:lnTo>
                    <a:pt x="89" y="368"/>
                  </a:lnTo>
                  <a:lnTo>
                    <a:pt x="70" y="363"/>
                  </a:lnTo>
                  <a:lnTo>
                    <a:pt x="50" y="354"/>
                  </a:lnTo>
                  <a:lnTo>
                    <a:pt x="34" y="341"/>
                  </a:lnTo>
                  <a:lnTo>
                    <a:pt x="27" y="334"/>
                  </a:lnTo>
                  <a:lnTo>
                    <a:pt x="19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3" y="286"/>
                  </a:lnTo>
                  <a:lnTo>
                    <a:pt x="1" y="275"/>
                  </a:lnTo>
                  <a:lnTo>
                    <a:pt x="0" y="262"/>
                  </a:lnTo>
                  <a:lnTo>
                    <a:pt x="0" y="108"/>
                  </a:lnTo>
                  <a:lnTo>
                    <a:pt x="0" y="108"/>
                  </a:lnTo>
                  <a:lnTo>
                    <a:pt x="1" y="95"/>
                  </a:lnTo>
                  <a:lnTo>
                    <a:pt x="3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4" y="52"/>
                  </a:lnTo>
                  <a:lnTo>
                    <a:pt x="19" y="43"/>
                  </a:lnTo>
                  <a:lnTo>
                    <a:pt x="27" y="34"/>
                  </a:lnTo>
                  <a:lnTo>
                    <a:pt x="34" y="27"/>
                  </a:lnTo>
                  <a:lnTo>
                    <a:pt x="50" y="16"/>
                  </a:lnTo>
                  <a:lnTo>
                    <a:pt x="70" y="7"/>
                  </a:lnTo>
                  <a:lnTo>
                    <a:pt x="89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3" y="2"/>
                  </a:lnTo>
                  <a:lnTo>
                    <a:pt x="154" y="7"/>
                  </a:lnTo>
                  <a:lnTo>
                    <a:pt x="172" y="16"/>
                  </a:lnTo>
                  <a:lnTo>
                    <a:pt x="188" y="27"/>
                  </a:lnTo>
                  <a:lnTo>
                    <a:pt x="195" y="34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3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5"/>
                  </a:lnTo>
                  <a:lnTo>
                    <a:pt x="222" y="108"/>
                  </a:lnTo>
                  <a:lnTo>
                    <a:pt x="222" y="262"/>
                  </a:lnTo>
                  <a:lnTo>
                    <a:pt x="222" y="262"/>
                  </a:lnTo>
                  <a:lnTo>
                    <a:pt x="221" y="275"/>
                  </a:lnTo>
                  <a:lnTo>
                    <a:pt x="219" y="286"/>
                  </a:lnTo>
                  <a:lnTo>
                    <a:pt x="217" y="298"/>
                  </a:lnTo>
                  <a:lnTo>
                    <a:pt x="213" y="307"/>
                  </a:lnTo>
                  <a:lnTo>
                    <a:pt x="208" y="318"/>
                  </a:lnTo>
                  <a:lnTo>
                    <a:pt x="203" y="327"/>
                  </a:lnTo>
                  <a:lnTo>
                    <a:pt x="195" y="334"/>
                  </a:lnTo>
                  <a:lnTo>
                    <a:pt x="188" y="341"/>
                  </a:lnTo>
                  <a:lnTo>
                    <a:pt x="172" y="354"/>
                  </a:lnTo>
                  <a:lnTo>
                    <a:pt x="154" y="363"/>
                  </a:lnTo>
                  <a:lnTo>
                    <a:pt x="133" y="368"/>
                  </a:lnTo>
                  <a:lnTo>
                    <a:pt x="111" y="370"/>
                  </a:lnTo>
                  <a:lnTo>
                    <a:pt x="111" y="370"/>
                  </a:lnTo>
                  <a:close/>
                  <a:moveTo>
                    <a:pt x="156" y="110"/>
                  </a:moveTo>
                  <a:lnTo>
                    <a:pt x="156" y="110"/>
                  </a:lnTo>
                  <a:lnTo>
                    <a:pt x="154" y="99"/>
                  </a:lnTo>
                  <a:lnTo>
                    <a:pt x="152" y="88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2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61"/>
                  </a:lnTo>
                  <a:lnTo>
                    <a:pt x="93" y="63"/>
                  </a:lnTo>
                  <a:lnTo>
                    <a:pt x="86" y="66"/>
                  </a:lnTo>
                  <a:lnTo>
                    <a:pt x="79" y="72"/>
                  </a:lnTo>
                  <a:lnTo>
                    <a:pt x="73" y="79"/>
                  </a:lnTo>
                  <a:lnTo>
                    <a:pt x="70" y="88"/>
                  </a:lnTo>
                  <a:lnTo>
                    <a:pt x="68" y="99"/>
                  </a:lnTo>
                  <a:lnTo>
                    <a:pt x="66" y="110"/>
                  </a:lnTo>
                  <a:lnTo>
                    <a:pt x="66" y="261"/>
                  </a:lnTo>
                  <a:lnTo>
                    <a:pt x="66" y="261"/>
                  </a:lnTo>
                  <a:lnTo>
                    <a:pt x="68" y="271"/>
                  </a:lnTo>
                  <a:lnTo>
                    <a:pt x="70" y="282"/>
                  </a:lnTo>
                  <a:lnTo>
                    <a:pt x="73" y="291"/>
                  </a:lnTo>
                  <a:lnTo>
                    <a:pt x="79" y="296"/>
                  </a:lnTo>
                  <a:lnTo>
                    <a:pt x="86" y="304"/>
                  </a:lnTo>
                  <a:lnTo>
                    <a:pt x="93" y="307"/>
                  </a:lnTo>
                  <a:lnTo>
                    <a:pt x="102" y="309"/>
                  </a:lnTo>
                  <a:lnTo>
                    <a:pt x="111" y="311"/>
                  </a:lnTo>
                  <a:lnTo>
                    <a:pt x="111" y="311"/>
                  </a:lnTo>
                  <a:lnTo>
                    <a:pt x="122" y="309"/>
                  </a:lnTo>
                  <a:lnTo>
                    <a:pt x="129" y="307"/>
                  </a:lnTo>
                  <a:lnTo>
                    <a:pt x="136" y="304"/>
                  </a:lnTo>
                  <a:lnTo>
                    <a:pt x="143" y="296"/>
                  </a:lnTo>
                  <a:lnTo>
                    <a:pt x="149" y="291"/>
                  </a:lnTo>
                  <a:lnTo>
                    <a:pt x="152" y="282"/>
                  </a:lnTo>
                  <a:lnTo>
                    <a:pt x="154" y="271"/>
                  </a:lnTo>
                  <a:lnTo>
                    <a:pt x="156" y="261"/>
                  </a:lnTo>
                  <a:lnTo>
                    <a:pt x="156" y="11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4" name="Google Shape;274;g2e13ab9b493_0_64"/>
            <p:cNvSpPr/>
            <p:nvPr/>
          </p:nvSpPr>
          <p:spPr>
            <a:xfrm>
              <a:off x="3430588" y="3802063"/>
              <a:ext cx="195263" cy="288925"/>
            </a:xfrm>
            <a:custGeom>
              <a:rect b="b" l="l" r="r" t="t"/>
              <a:pathLst>
                <a:path extrusionOk="0" h="365" w="247">
                  <a:moveTo>
                    <a:pt x="214" y="314"/>
                  </a:moveTo>
                  <a:lnTo>
                    <a:pt x="214" y="365"/>
                  </a:lnTo>
                  <a:lnTo>
                    <a:pt x="150" y="365"/>
                  </a:lnTo>
                  <a:lnTo>
                    <a:pt x="150" y="314"/>
                  </a:lnTo>
                  <a:lnTo>
                    <a:pt x="0" y="314"/>
                  </a:lnTo>
                  <a:lnTo>
                    <a:pt x="0" y="251"/>
                  </a:lnTo>
                  <a:lnTo>
                    <a:pt x="126" y="0"/>
                  </a:lnTo>
                  <a:lnTo>
                    <a:pt x="198" y="0"/>
                  </a:lnTo>
                  <a:lnTo>
                    <a:pt x="74" y="251"/>
                  </a:lnTo>
                  <a:lnTo>
                    <a:pt x="150" y="251"/>
                  </a:lnTo>
                  <a:lnTo>
                    <a:pt x="150" y="183"/>
                  </a:lnTo>
                  <a:lnTo>
                    <a:pt x="214" y="183"/>
                  </a:lnTo>
                  <a:lnTo>
                    <a:pt x="214" y="251"/>
                  </a:lnTo>
                  <a:lnTo>
                    <a:pt x="247" y="251"/>
                  </a:lnTo>
                  <a:lnTo>
                    <a:pt x="247" y="314"/>
                  </a:lnTo>
                  <a:lnTo>
                    <a:pt x="214" y="314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5" name="Google Shape;275;g2e13ab9b493_0_64"/>
            <p:cNvSpPr/>
            <p:nvPr/>
          </p:nvSpPr>
          <p:spPr>
            <a:xfrm>
              <a:off x="3657601" y="3800475"/>
              <a:ext cx="185738" cy="293688"/>
            </a:xfrm>
            <a:custGeom>
              <a:rect b="b" l="l" r="r" t="t"/>
              <a:pathLst>
                <a:path extrusionOk="0" h="370" w="234">
                  <a:moveTo>
                    <a:pt x="117" y="370"/>
                  </a:moveTo>
                  <a:lnTo>
                    <a:pt x="117" y="370"/>
                  </a:lnTo>
                  <a:lnTo>
                    <a:pt x="93" y="368"/>
                  </a:lnTo>
                  <a:lnTo>
                    <a:pt x="72" y="363"/>
                  </a:lnTo>
                  <a:lnTo>
                    <a:pt x="50" y="354"/>
                  </a:lnTo>
                  <a:lnTo>
                    <a:pt x="41" y="349"/>
                  </a:lnTo>
                  <a:lnTo>
                    <a:pt x="34" y="341"/>
                  </a:lnTo>
                  <a:lnTo>
                    <a:pt x="27" y="334"/>
                  </a:lnTo>
                  <a:lnTo>
                    <a:pt x="20" y="327"/>
                  </a:lnTo>
                  <a:lnTo>
                    <a:pt x="14" y="318"/>
                  </a:lnTo>
                  <a:lnTo>
                    <a:pt x="9" y="307"/>
                  </a:lnTo>
                  <a:lnTo>
                    <a:pt x="5" y="298"/>
                  </a:lnTo>
                  <a:lnTo>
                    <a:pt x="2" y="286"/>
                  </a:lnTo>
                  <a:lnTo>
                    <a:pt x="0" y="275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6"/>
                  </a:lnTo>
                  <a:lnTo>
                    <a:pt x="4" y="232"/>
                  </a:lnTo>
                  <a:lnTo>
                    <a:pt x="9" y="219"/>
                  </a:lnTo>
                  <a:lnTo>
                    <a:pt x="14" y="208"/>
                  </a:lnTo>
                  <a:lnTo>
                    <a:pt x="22" y="199"/>
                  </a:lnTo>
                  <a:lnTo>
                    <a:pt x="31" y="192"/>
                  </a:lnTo>
                  <a:lnTo>
                    <a:pt x="45" y="180"/>
                  </a:lnTo>
                  <a:lnTo>
                    <a:pt x="45" y="180"/>
                  </a:lnTo>
                  <a:lnTo>
                    <a:pt x="31" y="167"/>
                  </a:lnTo>
                  <a:lnTo>
                    <a:pt x="23" y="160"/>
                  </a:lnTo>
                  <a:lnTo>
                    <a:pt x="18" y="151"/>
                  </a:lnTo>
                  <a:lnTo>
                    <a:pt x="13" y="142"/>
                  </a:lnTo>
                  <a:lnTo>
                    <a:pt x="9" y="129"/>
                  </a:lnTo>
                  <a:lnTo>
                    <a:pt x="5" y="117"/>
                  </a:lnTo>
                  <a:lnTo>
                    <a:pt x="4" y="104"/>
                  </a:lnTo>
                  <a:lnTo>
                    <a:pt x="4" y="104"/>
                  </a:lnTo>
                  <a:lnTo>
                    <a:pt x="5" y="92"/>
                  </a:lnTo>
                  <a:lnTo>
                    <a:pt x="7" y="81"/>
                  </a:lnTo>
                  <a:lnTo>
                    <a:pt x="9" y="70"/>
                  </a:lnTo>
                  <a:lnTo>
                    <a:pt x="13" y="59"/>
                  </a:lnTo>
                  <a:lnTo>
                    <a:pt x="18" y="50"/>
                  </a:lnTo>
                  <a:lnTo>
                    <a:pt x="23" y="41"/>
                  </a:lnTo>
                  <a:lnTo>
                    <a:pt x="31" y="34"/>
                  </a:lnTo>
                  <a:lnTo>
                    <a:pt x="38" y="27"/>
                  </a:lnTo>
                  <a:lnTo>
                    <a:pt x="54" y="16"/>
                  </a:lnTo>
                  <a:lnTo>
                    <a:pt x="74" y="7"/>
                  </a:lnTo>
                  <a:lnTo>
                    <a:pt x="93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38" y="2"/>
                  </a:lnTo>
                  <a:lnTo>
                    <a:pt x="160" y="7"/>
                  </a:lnTo>
                  <a:lnTo>
                    <a:pt x="178" y="16"/>
                  </a:lnTo>
                  <a:lnTo>
                    <a:pt x="196" y="27"/>
                  </a:lnTo>
                  <a:lnTo>
                    <a:pt x="208" y="41"/>
                  </a:lnTo>
                  <a:lnTo>
                    <a:pt x="214" y="50"/>
                  </a:lnTo>
                  <a:lnTo>
                    <a:pt x="219" y="59"/>
                  </a:lnTo>
                  <a:lnTo>
                    <a:pt x="223" y="70"/>
                  </a:lnTo>
                  <a:lnTo>
                    <a:pt x="226" y="81"/>
                  </a:lnTo>
                  <a:lnTo>
                    <a:pt x="228" y="92"/>
                  </a:lnTo>
                  <a:lnTo>
                    <a:pt x="228" y="104"/>
                  </a:lnTo>
                  <a:lnTo>
                    <a:pt x="228" y="104"/>
                  </a:lnTo>
                  <a:lnTo>
                    <a:pt x="226" y="117"/>
                  </a:lnTo>
                  <a:lnTo>
                    <a:pt x="225" y="129"/>
                  </a:lnTo>
                  <a:lnTo>
                    <a:pt x="219" y="142"/>
                  </a:lnTo>
                  <a:lnTo>
                    <a:pt x="214" y="151"/>
                  </a:lnTo>
                  <a:lnTo>
                    <a:pt x="208" y="160"/>
                  </a:lnTo>
                  <a:lnTo>
                    <a:pt x="201" y="167"/>
                  </a:lnTo>
                  <a:lnTo>
                    <a:pt x="187" y="180"/>
                  </a:lnTo>
                  <a:lnTo>
                    <a:pt x="187" y="180"/>
                  </a:lnTo>
                  <a:lnTo>
                    <a:pt x="203" y="192"/>
                  </a:lnTo>
                  <a:lnTo>
                    <a:pt x="210" y="199"/>
                  </a:lnTo>
                  <a:lnTo>
                    <a:pt x="217" y="208"/>
                  </a:lnTo>
                  <a:lnTo>
                    <a:pt x="225" y="219"/>
                  </a:lnTo>
                  <a:lnTo>
                    <a:pt x="228" y="232"/>
                  </a:lnTo>
                  <a:lnTo>
                    <a:pt x="232" y="246"/>
                  </a:lnTo>
                  <a:lnTo>
                    <a:pt x="234" y="261"/>
                  </a:lnTo>
                  <a:lnTo>
                    <a:pt x="234" y="261"/>
                  </a:lnTo>
                  <a:lnTo>
                    <a:pt x="234" y="275"/>
                  </a:lnTo>
                  <a:lnTo>
                    <a:pt x="232" y="286"/>
                  </a:lnTo>
                  <a:lnTo>
                    <a:pt x="228" y="298"/>
                  </a:lnTo>
                  <a:lnTo>
                    <a:pt x="225" y="307"/>
                  </a:lnTo>
                  <a:lnTo>
                    <a:pt x="219" y="318"/>
                  </a:lnTo>
                  <a:lnTo>
                    <a:pt x="214" y="327"/>
                  </a:lnTo>
                  <a:lnTo>
                    <a:pt x="207" y="334"/>
                  </a:lnTo>
                  <a:lnTo>
                    <a:pt x="199" y="341"/>
                  </a:lnTo>
                  <a:lnTo>
                    <a:pt x="190" y="349"/>
                  </a:lnTo>
                  <a:lnTo>
                    <a:pt x="182" y="354"/>
                  </a:lnTo>
                  <a:lnTo>
                    <a:pt x="162" y="363"/>
                  </a:lnTo>
                  <a:lnTo>
                    <a:pt x="140" y="368"/>
                  </a:lnTo>
                  <a:lnTo>
                    <a:pt x="117" y="370"/>
                  </a:lnTo>
                  <a:lnTo>
                    <a:pt x="117" y="370"/>
                  </a:lnTo>
                  <a:close/>
                  <a:moveTo>
                    <a:pt x="117" y="210"/>
                  </a:moveTo>
                  <a:lnTo>
                    <a:pt x="117" y="210"/>
                  </a:lnTo>
                  <a:lnTo>
                    <a:pt x="106" y="210"/>
                  </a:lnTo>
                  <a:lnTo>
                    <a:pt x="97" y="214"/>
                  </a:lnTo>
                  <a:lnTo>
                    <a:pt x="88" y="217"/>
                  </a:lnTo>
                  <a:lnTo>
                    <a:pt x="81" y="225"/>
                  </a:lnTo>
                  <a:lnTo>
                    <a:pt x="76" y="232"/>
                  </a:lnTo>
                  <a:lnTo>
                    <a:pt x="70" y="241"/>
                  </a:lnTo>
                  <a:lnTo>
                    <a:pt x="67" y="250"/>
                  </a:lnTo>
                  <a:lnTo>
                    <a:pt x="67" y="261"/>
                  </a:lnTo>
                  <a:lnTo>
                    <a:pt x="67" y="261"/>
                  </a:lnTo>
                  <a:lnTo>
                    <a:pt x="67" y="271"/>
                  </a:lnTo>
                  <a:lnTo>
                    <a:pt x="70" y="280"/>
                  </a:lnTo>
                  <a:lnTo>
                    <a:pt x="76" y="289"/>
                  </a:lnTo>
                  <a:lnTo>
                    <a:pt x="81" y="296"/>
                  </a:lnTo>
                  <a:lnTo>
                    <a:pt x="88" y="302"/>
                  </a:lnTo>
                  <a:lnTo>
                    <a:pt x="97" y="307"/>
                  </a:lnTo>
                  <a:lnTo>
                    <a:pt x="106" y="309"/>
                  </a:lnTo>
                  <a:lnTo>
                    <a:pt x="117" y="311"/>
                  </a:lnTo>
                  <a:lnTo>
                    <a:pt x="117" y="311"/>
                  </a:lnTo>
                  <a:lnTo>
                    <a:pt x="128" y="309"/>
                  </a:lnTo>
                  <a:lnTo>
                    <a:pt x="137" y="307"/>
                  </a:lnTo>
                  <a:lnTo>
                    <a:pt x="146" y="302"/>
                  </a:lnTo>
                  <a:lnTo>
                    <a:pt x="153" y="296"/>
                  </a:lnTo>
                  <a:lnTo>
                    <a:pt x="158" y="289"/>
                  </a:lnTo>
                  <a:lnTo>
                    <a:pt x="164" y="280"/>
                  </a:lnTo>
                  <a:lnTo>
                    <a:pt x="165" y="271"/>
                  </a:lnTo>
                  <a:lnTo>
                    <a:pt x="167" y="261"/>
                  </a:lnTo>
                  <a:lnTo>
                    <a:pt x="167" y="261"/>
                  </a:lnTo>
                  <a:lnTo>
                    <a:pt x="165" y="250"/>
                  </a:lnTo>
                  <a:lnTo>
                    <a:pt x="164" y="241"/>
                  </a:lnTo>
                  <a:lnTo>
                    <a:pt x="158" y="232"/>
                  </a:lnTo>
                  <a:lnTo>
                    <a:pt x="153" y="225"/>
                  </a:lnTo>
                  <a:lnTo>
                    <a:pt x="146" y="217"/>
                  </a:lnTo>
                  <a:lnTo>
                    <a:pt x="137" y="214"/>
                  </a:lnTo>
                  <a:lnTo>
                    <a:pt x="128" y="210"/>
                  </a:lnTo>
                  <a:lnTo>
                    <a:pt x="117" y="210"/>
                  </a:lnTo>
                  <a:lnTo>
                    <a:pt x="117" y="210"/>
                  </a:lnTo>
                  <a:close/>
                  <a:moveTo>
                    <a:pt x="117" y="59"/>
                  </a:moveTo>
                  <a:lnTo>
                    <a:pt x="117" y="59"/>
                  </a:lnTo>
                  <a:lnTo>
                    <a:pt x="108" y="61"/>
                  </a:lnTo>
                  <a:lnTo>
                    <a:pt x="99" y="63"/>
                  </a:lnTo>
                  <a:lnTo>
                    <a:pt x="90" y="66"/>
                  </a:lnTo>
                  <a:lnTo>
                    <a:pt x="85" y="72"/>
                  </a:lnTo>
                  <a:lnTo>
                    <a:pt x="79" y="79"/>
                  </a:lnTo>
                  <a:lnTo>
                    <a:pt x="74" y="88"/>
                  </a:lnTo>
                  <a:lnTo>
                    <a:pt x="72" y="95"/>
                  </a:lnTo>
                  <a:lnTo>
                    <a:pt x="70" y="106"/>
                  </a:lnTo>
                  <a:lnTo>
                    <a:pt x="70" y="106"/>
                  </a:lnTo>
                  <a:lnTo>
                    <a:pt x="72" y="115"/>
                  </a:lnTo>
                  <a:lnTo>
                    <a:pt x="74" y="124"/>
                  </a:lnTo>
                  <a:lnTo>
                    <a:pt x="79" y="131"/>
                  </a:lnTo>
                  <a:lnTo>
                    <a:pt x="85" y="138"/>
                  </a:lnTo>
                  <a:lnTo>
                    <a:pt x="90" y="144"/>
                  </a:lnTo>
                  <a:lnTo>
                    <a:pt x="99" y="147"/>
                  </a:lnTo>
                  <a:lnTo>
                    <a:pt x="108" y="151"/>
                  </a:lnTo>
                  <a:lnTo>
                    <a:pt x="117" y="151"/>
                  </a:lnTo>
                  <a:lnTo>
                    <a:pt x="117" y="151"/>
                  </a:lnTo>
                  <a:lnTo>
                    <a:pt x="126" y="151"/>
                  </a:lnTo>
                  <a:lnTo>
                    <a:pt x="135" y="147"/>
                  </a:lnTo>
                  <a:lnTo>
                    <a:pt x="142" y="144"/>
                  </a:lnTo>
                  <a:lnTo>
                    <a:pt x="149" y="138"/>
                  </a:lnTo>
                  <a:lnTo>
                    <a:pt x="155" y="131"/>
                  </a:lnTo>
                  <a:lnTo>
                    <a:pt x="158" y="124"/>
                  </a:lnTo>
                  <a:lnTo>
                    <a:pt x="160" y="115"/>
                  </a:lnTo>
                  <a:lnTo>
                    <a:pt x="162" y="106"/>
                  </a:lnTo>
                  <a:lnTo>
                    <a:pt x="162" y="106"/>
                  </a:lnTo>
                  <a:lnTo>
                    <a:pt x="160" y="95"/>
                  </a:lnTo>
                  <a:lnTo>
                    <a:pt x="158" y="88"/>
                  </a:lnTo>
                  <a:lnTo>
                    <a:pt x="155" y="79"/>
                  </a:lnTo>
                  <a:lnTo>
                    <a:pt x="149" y="72"/>
                  </a:lnTo>
                  <a:lnTo>
                    <a:pt x="142" y="66"/>
                  </a:lnTo>
                  <a:lnTo>
                    <a:pt x="135" y="63"/>
                  </a:lnTo>
                  <a:lnTo>
                    <a:pt x="126" y="61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6" name="Google Shape;276;g2e13ab9b493_0_64"/>
            <p:cNvSpPr/>
            <p:nvPr/>
          </p:nvSpPr>
          <p:spPr>
            <a:xfrm>
              <a:off x="3997326" y="3802063"/>
              <a:ext cx="111125" cy="288925"/>
            </a:xfrm>
            <a:custGeom>
              <a:rect b="b" l="l" r="r" t="t"/>
              <a:pathLst>
                <a:path extrusionOk="0" h="365" w="140">
                  <a:moveTo>
                    <a:pt x="73" y="365"/>
                  </a:moveTo>
                  <a:lnTo>
                    <a:pt x="73" y="72"/>
                  </a:lnTo>
                  <a:lnTo>
                    <a:pt x="0" y="136"/>
                  </a:lnTo>
                  <a:lnTo>
                    <a:pt x="0" y="64"/>
                  </a:lnTo>
                  <a:lnTo>
                    <a:pt x="73" y="0"/>
                  </a:lnTo>
                  <a:lnTo>
                    <a:pt x="140" y="0"/>
                  </a:lnTo>
                  <a:lnTo>
                    <a:pt x="140" y="365"/>
                  </a:lnTo>
                  <a:lnTo>
                    <a:pt x="73" y="36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7" name="Google Shape;277;g2e13ab9b493_0_64"/>
            <p:cNvSpPr/>
            <p:nvPr/>
          </p:nvSpPr>
          <p:spPr>
            <a:xfrm>
              <a:off x="4198938" y="3800475"/>
              <a:ext cx="176213" cy="290513"/>
            </a:xfrm>
            <a:custGeom>
              <a:rect b="b" l="l" r="r" t="t"/>
              <a:pathLst>
                <a:path extrusionOk="0" h="367" w="221">
                  <a:moveTo>
                    <a:pt x="0" y="367"/>
                  </a:moveTo>
                  <a:lnTo>
                    <a:pt x="0" y="307"/>
                  </a:lnTo>
                  <a:lnTo>
                    <a:pt x="136" y="149"/>
                  </a:lnTo>
                  <a:lnTo>
                    <a:pt x="136" y="149"/>
                  </a:lnTo>
                  <a:lnTo>
                    <a:pt x="145" y="138"/>
                  </a:lnTo>
                  <a:lnTo>
                    <a:pt x="151" y="128"/>
                  </a:lnTo>
                  <a:lnTo>
                    <a:pt x="154" y="117"/>
                  </a:lnTo>
                  <a:lnTo>
                    <a:pt x="154" y="104"/>
                  </a:lnTo>
                  <a:lnTo>
                    <a:pt x="154" y="104"/>
                  </a:lnTo>
                  <a:lnTo>
                    <a:pt x="154" y="95"/>
                  </a:lnTo>
                  <a:lnTo>
                    <a:pt x="152" y="86"/>
                  </a:lnTo>
                  <a:lnTo>
                    <a:pt x="149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02" y="59"/>
                  </a:lnTo>
                  <a:lnTo>
                    <a:pt x="95" y="61"/>
                  </a:lnTo>
                  <a:lnTo>
                    <a:pt x="88" y="65"/>
                  </a:lnTo>
                  <a:lnTo>
                    <a:pt x="81" y="70"/>
                  </a:lnTo>
                  <a:lnTo>
                    <a:pt x="75" y="75"/>
                  </a:lnTo>
                  <a:lnTo>
                    <a:pt x="70" y="84"/>
                  </a:lnTo>
                  <a:lnTo>
                    <a:pt x="68" y="93"/>
                  </a:lnTo>
                  <a:lnTo>
                    <a:pt x="66" y="10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2" y="83"/>
                  </a:lnTo>
                  <a:lnTo>
                    <a:pt x="5" y="72"/>
                  </a:lnTo>
                  <a:lnTo>
                    <a:pt x="9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5" y="34"/>
                  </a:lnTo>
                  <a:lnTo>
                    <a:pt x="32" y="27"/>
                  </a:lnTo>
                  <a:lnTo>
                    <a:pt x="48" y="16"/>
                  </a:lnTo>
                  <a:lnTo>
                    <a:pt x="66" y="7"/>
                  </a:lnTo>
                  <a:lnTo>
                    <a:pt x="88" y="2"/>
                  </a:lnTo>
                  <a:lnTo>
                    <a:pt x="111" y="0"/>
                  </a:lnTo>
                  <a:lnTo>
                    <a:pt x="111" y="0"/>
                  </a:lnTo>
                  <a:lnTo>
                    <a:pt x="134" y="2"/>
                  </a:lnTo>
                  <a:lnTo>
                    <a:pt x="156" y="7"/>
                  </a:lnTo>
                  <a:lnTo>
                    <a:pt x="174" y="16"/>
                  </a:lnTo>
                  <a:lnTo>
                    <a:pt x="190" y="29"/>
                  </a:lnTo>
                  <a:lnTo>
                    <a:pt x="197" y="36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4" y="61"/>
                  </a:lnTo>
                  <a:lnTo>
                    <a:pt x="217" y="72"/>
                  </a:lnTo>
                  <a:lnTo>
                    <a:pt x="219" y="83"/>
                  </a:lnTo>
                  <a:lnTo>
                    <a:pt x="221" y="93"/>
                  </a:lnTo>
                  <a:lnTo>
                    <a:pt x="221" y="106"/>
                  </a:lnTo>
                  <a:lnTo>
                    <a:pt x="221" y="106"/>
                  </a:lnTo>
                  <a:lnTo>
                    <a:pt x="221" y="119"/>
                  </a:lnTo>
                  <a:lnTo>
                    <a:pt x="219" y="129"/>
                  </a:lnTo>
                  <a:lnTo>
                    <a:pt x="215" y="140"/>
                  </a:lnTo>
                  <a:lnTo>
                    <a:pt x="212" y="149"/>
                  </a:lnTo>
                  <a:lnTo>
                    <a:pt x="199" y="169"/>
                  </a:lnTo>
                  <a:lnTo>
                    <a:pt x="183" y="189"/>
                  </a:lnTo>
                  <a:lnTo>
                    <a:pt x="81" y="307"/>
                  </a:lnTo>
                  <a:lnTo>
                    <a:pt x="221" y="307"/>
                  </a:lnTo>
                  <a:lnTo>
                    <a:pt x="221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8" name="Google Shape;278;g2e13ab9b493_0_64"/>
            <p:cNvSpPr/>
            <p:nvPr/>
          </p:nvSpPr>
          <p:spPr>
            <a:xfrm>
              <a:off x="4437063" y="3802063"/>
              <a:ext cx="112713" cy="288925"/>
            </a:xfrm>
            <a:custGeom>
              <a:rect b="b" l="l" r="r" t="t"/>
              <a:pathLst>
                <a:path extrusionOk="0" h="365" w="142">
                  <a:moveTo>
                    <a:pt x="75" y="365"/>
                  </a:moveTo>
                  <a:lnTo>
                    <a:pt x="75" y="72"/>
                  </a:lnTo>
                  <a:lnTo>
                    <a:pt x="0" y="136"/>
                  </a:lnTo>
                  <a:lnTo>
                    <a:pt x="0" y="64"/>
                  </a:lnTo>
                  <a:lnTo>
                    <a:pt x="75" y="0"/>
                  </a:lnTo>
                  <a:lnTo>
                    <a:pt x="142" y="0"/>
                  </a:lnTo>
                  <a:lnTo>
                    <a:pt x="142" y="365"/>
                  </a:lnTo>
                  <a:lnTo>
                    <a:pt x="75" y="36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9" name="Google Shape;279;g2e13ab9b493_0_64"/>
            <p:cNvSpPr/>
            <p:nvPr/>
          </p:nvSpPr>
          <p:spPr>
            <a:xfrm>
              <a:off x="4641851" y="3800475"/>
              <a:ext cx="174625" cy="290513"/>
            </a:xfrm>
            <a:custGeom>
              <a:rect b="b" l="l" r="r" t="t"/>
              <a:pathLst>
                <a:path extrusionOk="0" h="367" w="221">
                  <a:moveTo>
                    <a:pt x="0" y="367"/>
                  </a:moveTo>
                  <a:lnTo>
                    <a:pt x="0" y="307"/>
                  </a:lnTo>
                  <a:lnTo>
                    <a:pt x="134" y="149"/>
                  </a:lnTo>
                  <a:lnTo>
                    <a:pt x="134" y="149"/>
                  </a:lnTo>
                  <a:lnTo>
                    <a:pt x="143" y="138"/>
                  </a:lnTo>
                  <a:lnTo>
                    <a:pt x="149" y="128"/>
                  </a:lnTo>
                  <a:lnTo>
                    <a:pt x="152" y="117"/>
                  </a:lnTo>
                  <a:lnTo>
                    <a:pt x="154" y="104"/>
                  </a:lnTo>
                  <a:lnTo>
                    <a:pt x="154" y="104"/>
                  </a:lnTo>
                  <a:lnTo>
                    <a:pt x="154" y="95"/>
                  </a:lnTo>
                  <a:lnTo>
                    <a:pt x="151" y="86"/>
                  </a:lnTo>
                  <a:lnTo>
                    <a:pt x="147" y="79"/>
                  </a:lnTo>
                  <a:lnTo>
                    <a:pt x="143" y="72"/>
                  </a:lnTo>
                  <a:lnTo>
                    <a:pt x="136" y="66"/>
                  </a:lnTo>
                  <a:lnTo>
                    <a:pt x="129" y="63"/>
                  </a:lnTo>
                  <a:lnTo>
                    <a:pt x="120" y="61"/>
                  </a:lnTo>
                  <a:lnTo>
                    <a:pt x="109" y="59"/>
                  </a:lnTo>
                  <a:lnTo>
                    <a:pt x="109" y="59"/>
                  </a:lnTo>
                  <a:lnTo>
                    <a:pt x="102" y="59"/>
                  </a:lnTo>
                  <a:lnTo>
                    <a:pt x="93" y="61"/>
                  </a:lnTo>
                  <a:lnTo>
                    <a:pt x="86" y="65"/>
                  </a:lnTo>
                  <a:lnTo>
                    <a:pt x="79" y="70"/>
                  </a:lnTo>
                  <a:lnTo>
                    <a:pt x="73" y="75"/>
                  </a:lnTo>
                  <a:lnTo>
                    <a:pt x="70" y="84"/>
                  </a:lnTo>
                  <a:lnTo>
                    <a:pt x="66" y="93"/>
                  </a:lnTo>
                  <a:lnTo>
                    <a:pt x="66" y="106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1" y="83"/>
                  </a:lnTo>
                  <a:lnTo>
                    <a:pt x="3" y="72"/>
                  </a:lnTo>
                  <a:lnTo>
                    <a:pt x="7" y="61"/>
                  </a:lnTo>
                  <a:lnTo>
                    <a:pt x="12" y="52"/>
                  </a:lnTo>
                  <a:lnTo>
                    <a:pt x="18" y="43"/>
                  </a:lnTo>
                  <a:lnTo>
                    <a:pt x="23" y="34"/>
                  </a:lnTo>
                  <a:lnTo>
                    <a:pt x="30" y="27"/>
                  </a:lnTo>
                  <a:lnTo>
                    <a:pt x="48" y="16"/>
                  </a:lnTo>
                  <a:lnTo>
                    <a:pt x="66" y="7"/>
                  </a:lnTo>
                  <a:lnTo>
                    <a:pt x="88" y="2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33" y="2"/>
                  </a:lnTo>
                  <a:lnTo>
                    <a:pt x="154" y="7"/>
                  </a:lnTo>
                  <a:lnTo>
                    <a:pt x="174" y="16"/>
                  </a:lnTo>
                  <a:lnTo>
                    <a:pt x="190" y="29"/>
                  </a:lnTo>
                  <a:lnTo>
                    <a:pt x="197" y="36"/>
                  </a:lnTo>
                  <a:lnTo>
                    <a:pt x="203" y="43"/>
                  </a:lnTo>
                  <a:lnTo>
                    <a:pt x="208" y="52"/>
                  </a:lnTo>
                  <a:lnTo>
                    <a:pt x="212" y="61"/>
                  </a:lnTo>
                  <a:lnTo>
                    <a:pt x="215" y="72"/>
                  </a:lnTo>
                  <a:lnTo>
                    <a:pt x="219" y="83"/>
                  </a:lnTo>
                  <a:lnTo>
                    <a:pt x="221" y="93"/>
                  </a:lnTo>
                  <a:lnTo>
                    <a:pt x="221" y="106"/>
                  </a:lnTo>
                  <a:lnTo>
                    <a:pt x="221" y="106"/>
                  </a:lnTo>
                  <a:lnTo>
                    <a:pt x="221" y="119"/>
                  </a:lnTo>
                  <a:lnTo>
                    <a:pt x="219" y="129"/>
                  </a:lnTo>
                  <a:lnTo>
                    <a:pt x="215" y="140"/>
                  </a:lnTo>
                  <a:lnTo>
                    <a:pt x="210" y="149"/>
                  </a:lnTo>
                  <a:lnTo>
                    <a:pt x="199" y="169"/>
                  </a:lnTo>
                  <a:lnTo>
                    <a:pt x="181" y="189"/>
                  </a:lnTo>
                  <a:lnTo>
                    <a:pt x="80" y="307"/>
                  </a:lnTo>
                  <a:lnTo>
                    <a:pt x="221" y="307"/>
                  </a:lnTo>
                  <a:lnTo>
                    <a:pt x="221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0" name="Google Shape;280;g2e13ab9b493_0_64"/>
            <p:cNvSpPr/>
            <p:nvPr/>
          </p:nvSpPr>
          <p:spPr>
            <a:xfrm>
              <a:off x="7119938" y="3878263"/>
              <a:ext cx="179388" cy="215900"/>
            </a:xfrm>
            <a:custGeom>
              <a:rect b="b" l="l" r="r" t="t"/>
              <a:pathLst>
                <a:path extrusionOk="0" h="273" w="226">
                  <a:moveTo>
                    <a:pt x="113" y="273"/>
                  </a:moveTo>
                  <a:lnTo>
                    <a:pt x="113" y="273"/>
                  </a:lnTo>
                  <a:lnTo>
                    <a:pt x="82" y="271"/>
                  </a:lnTo>
                  <a:lnTo>
                    <a:pt x="68" y="270"/>
                  </a:lnTo>
                  <a:lnTo>
                    <a:pt x="54" y="266"/>
                  </a:lnTo>
                  <a:lnTo>
                    <a:pt x="39" y="262"/>
                  </a:lnTo>
                  <a:lnTo>
                    <a:pt x="27" y="255"/>
                  </a:lnTo>
                  <a:lnTo>
                    <a:pt x="12" y="246"/>
                  </a:lnTo>
                  <a:lnTo>
                    <a:pt x="0" y="235"/>
                  </a:lnTo>
                  <a:lnTo>
                    <a:pt x="43" y="190"/>
                  </a:lnTo>
                  <a:lnTo>
                    <a:pt x="43" y="190"/>
                  </a:lnTo>
                  <a:lnTo>
                    <a:pt x="52" y="199"/>
                  </a:lnTo>
                  <a:lnTo>
                    <a:pt x="61" y="205"/>
                  </a:lnTo>
                  <a:lnTo>
                    <a:pt x="70" y="208"/>
                  </a:lnTo>
                  <a:lnTo>
                    <a:pt x="79" y="212"/>
                  </a:lnTo>
                  <a:lnTo>
                    <a:pt x="99" y="216"/>
                  </a:lnTo>
                  <a:lnTo>
                    <a:pt x="115" y="216"/>
                  </a:lnTo>
                  <a:lnTo>
                    <a:pt x="115" y="216"/>
                  </a:lnTo>
                  <a:lnTo>
                    <a:pt x="131" y="216"/>
                  </a:lnTo>
                  <a:lnTo>
                    <a:pt x="140" y="214"/>
                  </a:lnTo>
                  <a:lnTo>
                    <a:pt x="147" y="210"/>
                  </a:lnTo>
                  <a:lnTo>
                    <a:pt x="153" y="207"/>
                  </a:lnTo>
                  <a:lnTo>
                    <a:pt x="158" y="201"/>
                  </a:lnTo>
                  <a:lnTo>
                    <a:pt x="160" y="196"/>
                  </a:lnTo>
                  <a:lnTo>
                    <a:pt x="162" y="189"/>
                  </a:lnTo>
                  <a:lnTo>
                    <a:pt x="162" y="189"/>
                  </a:lnTo>
                  <a:lnTo>
                    <a:pt x="160" y="180"/>
                  </a:lnTo>
                  <a:lnTo>
                    <a:pt x="156" y="173"/>
                  </a:lnTo>
                  <a:lnTo>
                    <a:pt x="153" y="169"/>
                  </a:lnTo>
                  <a:lnTo>
                    <a:pt x="147" y="167"/>
                  </a:lnTo>
                  <a:lnTo>
                    <a:pt x="133" y="164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74" y="158"/>
                  </a:lnTo>
                  <a:lnTo>
                    <a:pt x="59" y="153"/>
                  </a:lnTo>
                  <a:lnTo>
                    <a:pt x="45" y="147"/>
                  </a:lnTo>
                  <a:lnTo>
                    <a:pt x="34" y="140"/>
                  </a:lnTo>
                  <a:lnTo>
                    <a:pt x="25" y="129"/>
                  </a:lnTo>
                  <a:lnTo>
                    <a:pt x="20" y="117"/>
                  </a:lnTo>
                  <a:lnTo>
                    <a:pt x="14" y="102"/>
                  </a:lnTo>
                  <a:lnTo>
                    <a:pt x="14" y="84"/>
                  </a:lnTo>
                  <a:lnTo>
                    <a:pt x="14" y="84"/>
                  </a:lnTo>
                  <a:lnTo>
                    <a:pt x="14" y="75"/>
                  </a:lnTo>
                  <a:lnTo>
                    <a:pt x="16" y="67"/>
                  </a:lnTo>
                  <a:lnTo>
                    <a:pt x="18" y="58"/>
                  </a:lnTo>
                  <a:lnTo>
                    <a:pt x="21" y="49"/>
                  </a:lnTo>
                  <a:lnTo>
                    <a:pt x="32" y="34"/>
                  </a:lnTo>
                  <a:lnTo>
                    <a:pt x="45" y="22"/>
                  </a:lnTo>
                  <a:lnTo>
                    <a:pt x="61" y="13"/>
                  </a:lnTo>
                  <a:lnTo>
                    <a:pt x="77" y="5"/>
                  </a:lnTo>
                  <a:lnTo>
                    <a:pt x="97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47" y="2"/>
                  </a:lnTo>
                  <a:lnTo>
                    <a:pt x="160" y="4"/>
                  </a:lnTo>
                  <a:lnTo>
                    <a:pt x="174" y="7"/>
                  </a:lnTo>
                  <a:lnTo>
                    <a:pt x="187" y="11"/>
                  </a:lnTo>
                  <a:lnTo>
                    <a:pt x="197" y="16"/>
                  </a:lnTo>
                  <a:lnTo>
                    <a:pt x="208" y="23"/>
                  </a:lnTo>
                  <a:lnTo>
                    <a:pt x="219" y="32"/>
                  </a:lnTo>
                  <a:lnTo>
                    <a:pt x="178" y="74"/>
                  </a:lnTo>
                  <a:lnTo>
                    <a:pt x="178" y="74"/>
                  </a:lnTo>
                  <a:lnTo>
                    <a:pt x="171" y="68"/>
                  </a:lnTo>
                  <a:lnTo>
                    <a:pt x="165" y="65"/>
                  </a:lnTo>
                  <a:lnTo>
                    <a:pt x="149" y="59"/>
                  </a:lnTo>
                  <a:lnTo>
                    <a:pt x="133" y="56"/>
                  </a:lnTo>
                  <a:lnTo>
                    <a:pt x="115" y="56"/>
                  </a:lnTo>
                  <a:lnTo>
                    <a:pt x="115" y="56"/>
                  </a:lnTo>
                  <a:lnTo>
                    <a:pt x="106" y="56"/>
                  </a:lnTo>
                  <a:lnTo>
                    <a:pt x="99" y="58"/>
                  </a:lnTo>
                  <a:lnTo>
                    <a:pt x="91" y="59"/>
                  </a:lnTo>
                  <a:lnTo>
                    <a:pt x="86" y="63"/>
                  </a:lnTo>
                  <a:lnTo>
                    <a:pt x="82" y="67"/>
                  </a:lnTo>
                  <a:lnTo>
                    <a:pt x="81" y="72"/>
                  </a:lnTo>
                  <a:lnTo>
                    <a:pt x="79" y="75"/>
                  </a:lnTo>
                  <a:lnTo>
                    <a:pt x="77" y="81"/>
                  </a:lnTo>
                  <a:lnTo>
                    <a:pt x="77" y="81"/>
                  </a:lnTo>
                  <a:lnTo>
                    <a:pt x="79" y="90"/>
                  </a:lnTo>
                  <a:lnTo>
                    <a:pt x="84" y="97"/>
                  </a:lnTo>
                  <a:lnTo>
                    <a:pt x="93" y="101"/>
                  </a:lnTo>
                  <a:lnTo>
                    <a:pt x="106" y="104"/>
                  </a:lnTo>
                  <a:lnTo>
                    <a:pt x="147" y="108"/>
                  </a:lnTo>
                  <a:lnTo>
                    <a:pt x="147" y="108"/>
                  </a:lnTo>
                  <a:lnTo>
                    <a:pt x="165" y="111"/>
                  </a:lnTo>
                  <a:lnTo>
                    <a:pt x="181" y="115"/>
                  </a:lnTo>
                  <a:lnTo>
                    <a:pt x="196" y="122"/>
                  </a:lnTo>
                  <a:lnTo>
                    <a:pt x="206" y="131"/>
                  </a:lnTo>
                  <a:lnTo>
                    <a:pt x="215" y="142"/>
                  </a:lnTo>
                  <a:lnTo>
                    <a:pt x="221" y="156"/>
                  </a:lnTo>
                  <a:lnTo>
                    <a:pt x="226" y="171"/>
                  </a:lnTo>
                  <a:lnTo>
                    <a:pt x="226" y="187"/>
                  </a:lnTo>
                  <a:lnTo>
                    <a:pt x="226" y="187"/>
                  </a:lnTo>
                  <a:lnTo>
                    <a:pt x="226" y="198"/>
                  </a:lnTo>
                  <a:lnTo>
                    <a:pt x="224" y="207"/>
                  </a:lnTo>
                  <a:lnTo>
                    <a:pt x="221" y="216"/>
                  </a:lnTo>
                  <a:lnTo>
                    <a:pt x="217" y="225"/>
                  </a:lnTo>
                  <a:lnTo>
                    <a:pt x="214" y="232"/>
                  </a:lnTo>
                  <a:lnTo>
                    <a:pt x="208" y="239"/>
                  </a:lnTo>
                  <a:lnTo>
                    <a:pt x="194" y="252"/>
                  </a:lnTo>
                  <a:lnTo>
                    <a:pt x="178" y="261"/>
                  </a:lnTo>
                  <a:lnTo>
                    <a:pt x="158" y="268"/>
                  </a:lnTo>
                  <a:lnTo>
                    <a:pt x="136" y="271"/>
                  </a:lnTo>
                  <a:lnTo>
                    <a:pt x="113" y="273"/>
                  </a:lnTo>
                  <a:lnTo>
                    <a:pt x="113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1" name="Google Shape;281;g2e13ab9b493_0_64"/>
            <p:cNvSpPr/>
            <p:nvPr/>
          </p:nvSpPr>
          <p:spPr>
            <a:xfrm>
              <a:off x="7334251" y="3878263"/>
              <a:ext cx="163513" cy="215900"/>
            </a:xfrm>
            <a:custGeom>
              <a:rect b="b" l="l" r="r" t="t"/>
              <a:pathLst>
                <a:path extrusionOk="0" h="273" w="207">
                  <a:moveTo>
                    <a:pt x="119" y="273"/>
                  </a:moveTo>
                  <a:lnTo>
                    <a:pt x="119" y="273"/>
                  </a:lnTo>
                  <a:lnTo>
                    <a:pt x="99" y="271"/>
                  </a:lnTo>
                  <a:lnTo>
                    <a:pt x="78" y="268"/>
                  </a:lnTo>
                  <a:lnTo>
                    <a:pt x="69" y="264"/>
                  </a:lnTo>
                  <a:lnTo>
                    <a:pt x="58" y="259"/>
                  </a:lnTo>
                  <a:lnTo>
                    <a:pt x="49" y="253"/>
                  </a:lnTo>
                  <a:lnTo>
                    <a:pt x="40" y="246"/>
                  </a:lnTo>
                  <a:lnTo>
                    <a:pt x="31" y="237"/>
                  </a:lnTo>
                  <a:lnTo>
                    <a:pt x="24" y="226"/>
                  </a:lnTo>
                  <a:lnTo>
                    <a:pt x="16" y="216"/>
                  </a:lnTo>
                  <a:lnTo>
                    <a:pt x="11" y="203"/>
                  </a:lnTo>
                  <a:lnTo>
                    <a:pt x="8" y="189"/>
                  </a:lnTo>
                  <a:lnTo>
                    <a:pt x="4" y="174"/>
                  </a:lnTo>
                  <a:lnTo>
                    <a:pt x="0" y="156"/>
                  </a:lnTo>
                  <a:lnTo>
                    <a:pt x="0" y="137"/>
                  </a:lnTo>
                  <a:lnTo>
                    <a:pt x="0" y="137"/>
                  </a:lnTo>
                  <a:lnTo>
                    <a:pt x="0" y="117"/>
                  </a:lnTo>
                  <a:lnTo>
                    <a:pt x="4" y="99"/>
                  </a:lnTo>
                  <a:lnTo>
                    <a:pt x="8" y="84"/>
                  </a:lnTo>
                  <a:lnTo>
                    <a:pt x="11" y="70"/>
                  </a:lnTo>
                  <a:lnTo>
                    <a:pt x="16" y="58"/>
                  </a:lnTo>
                  <a:lnTo>
                    <a:pt x="24" y="47"/>
                  </a:lnTo>
                  <a:lnTo>
                    <a:pt x="31" y="36"/>
                  </a:lnTo>
                  <a:lnTo>
                    <a:pt x="40" y="29"/>
                  </a:lnTo>
                  <a:lnTo>
                    <a:pt x="49" y="22"/>
                  </a:lnTo>
                  <a:lnTo>
                    <a:pt x="58" y="14"/>
                  </a:lnTo>
                  <a:lnTo>
                    <a:pt x="69" y="11"/>
                  </a:lnTo>
                  <a:lnTo>
                    <a:pt x="78" y="7"/>
                  </a:lnTo>
                  <a:lnTo>
                    <a:pt x="99" y="2"/>
                  </a:lnTo>
                  <a:lnTo>
                    <a:pt x="119" y="0"/>
                  </a:lnTo>
                  <a:lnTo>
                    <a:pt x="119" y="0"/>
                  </a:lnTo>
                  <a:lnTo>
                    <a:pt x="133" y="0"/>
                  </a:lnTo>
                  <a:lnTo>
                    <a:pt x="146" y="2"/>
                  </a:lnTo>
                  <a:lnTo>
                    <a:pt x="157" y="5"/>
                  </a:lnTo>
                  <a:lnTo>
                    <a:pt x="169" y="9"/>
                  </a:lnTo>
                  <a:lnTo>
                    <a:pt x="180" y="14"/>
                  </a:lnTo>
                  <a:lnTo>
                    <a:pt x="189" y="20"/>
                  </a:lnTo>
                  <a:lnTo>
                    <a:pt x="198" y="27"/>
                  </a:lnTo>
                  <a:lnTo>
                    <a:pt x="207" y="36"/>
                  </a:lnTo>
                  <a:lnTo>
                    <a:pt x="162" y="81"/>
                  </a:lnTo>
                  <a:lnTo>
                    <a:pt x="162" y="81"/>
                  </a:lnTo>
                  <a:lnTo>
                    <a:pt x="153" y="72"/>
                  </a:lnTo>
                  <a:lnTo>
                    <a:pt x="142" y="65"/>
                  </a:lnTo>
                  <a:lnTo>
                    <a:pt x="131" y="61"/>
                  </a:lnTo>
                  <a:lnTo>
                    <a:pt x="119" y="59"/>
                  </a:lnTo>
                  <a:lnTo>
                    <a:pt x="119" y="59"/>
                  </a:lnTo>
                  <a:lnTo>
                    <a:pt x="108" y="61"/>
                  </a:lnTo>
                  <a:lnTo>
                    <a:pt x="99" y="65"/>
                  </a:lnTo>
                  <a:lnTo>
                    <a:pt x="90" y="70"/>
                  </a:lnTo>
                  <a:lnTo>
                    <a:pt x="81" y="77"/>
                  </a:lnTo>
                  <a:lnTo>
                    <a:pt x="81" y="77"/>
                  </a:lnTo>
                  <a:lnTo>
                    <a:pt x="76" y="88"/>
                  </a:lnTo>
                  <a:lnTo>
                    <a:pt x="70" y="101"/>
                  </a:lnTo>
                  <a:lnTo>
                    <a:pt x="67" y="117"/>
                  </a:lnTo>
                  <a:lnTo>
                    <a:pt x="67" y="137"/>
                  </a:lnTo>
                  <a:lnTo>
                    <a:pt x="67" y="137"/>
                  </a:lnTo>
                  <a:lnTo>
                    <a:pt x="67" y="156"/>
                  </a:lnTo>
                  <a:lnTo>
                    <a:pt x="70" y="173"/>
                  </a:lnTo>
                  <a:lnTo>
                    <a:pt x="76" y="185"/>
                  </a:lnTo>
                  <a:lnTo>
                    <a:pt x="81" y="196"/>
                  </a:lnTo>
                  <a:lnTo>
                    <a:pt x="81" y="196"/>
                  </a:lnTo>
                  <a:lnTo>
                    <a:pt x="90" y="203"/>
                  </a:lnTo>
                  <a:lnTo>
                    <a:pt x="99" y="208"/>
                  </a:lnTo>
                  <a:lnTo>
                    <a:pt x="108" y="212"/>
                  </a:lnTo>
                  <a:lnTo>
                    <a:pt x="119" y="214"/>
                  </a:lnTo>
                  <a:lnTo>
                    <a:pt x="119" y="214"/>
                  </a:lnTo>
                  <a:lnTo>
                    <a:pt x="131" y="212"/>
                  </a:lnTo>
                  <a:lnTo>
                    <a:pt x="142" y="208"/>
                  </a:lnTo>
                  <a:lnTo>
                    <a:pt x="153" y="201"/>
                  </a:lnTo>
                  <a:lnTo>
                    <a:pt x="162" y="192"/>
                  </a:lnTo>
                  <a:lnTo>
                    <a:pt x="207" y="237"/>
                  </a:lnTo>
                  <a:lnTo>
                    <a:pt x="207" y="237"/>
                  </a:lnTo>
                  <a:lnTo>
                    <a:pt x="198" y="246"/>
                  </a:lnTo>
                  <a:lnTo>
                    <a:pt x="189" y="253"/>
                  </a:lnTo>
                  <a:lnTo>
                    <a:pt x="180" y="259"/>
                  </a:lnTo>
                  <a:lnTo>
                    <a:pt x="169" y="264"/>
                  </a:lnTo>
                  <a:lnTo>
                    <a:pt x="157" y="268"/>
                  </a:lnTo>
                  <a:lnTo>
                    <a:pt x="146" y="271"/>
                  </a:lnTo>
                  <a:lnTo>
                    <a:pt x="133" y="273"/>
                  </a:lnTo>
                  <a:lnTo>
                    <a:pt x="119" y="273"/>
                  </a:lnTo>
                  <a:lnTo>
                    <a:pt x="119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2" name="Google Shape;282;g2e13ab9b493_0_64"/>
            <p:cNvSpPr/>
            <p:nvPr/>
          </p:nvSpPr>
          <p:spPr>
            <a:xfrm>
              <a:off x="7537451" y="4032250"/>
              <a:ext cx="60300" cy="58800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3" name="Google Shape;283;g2e13ab9b493_0_64"/>
            <p:cNvSpPr/>
            <p:nvPr/>
          </p:nvSpPr>
          <p:spPr>
            <a:xfrm>
              <a:off x="7634288" y="3878263"/>
              <a:ext cx="179388" cy="215900"/>
            </a:xfrm>
            <a:custGeom>
              <a:rect b="b" l="l" r="r" t="t"/>
              <a:pathLst>
                <a:path extrusionOk="0" h="273" w="227">
                  <a:moveTo>
                    <a:pt x="114" y="273"/>
                  </a:moveTo>
                  <a:lnTo>
                    <a:pt x="114" y="273"/>
                  </a:lnTo>
                  <a:lnTo>
                    <a:pt x="83" y="271"/>
                  </a:lnTo>
                  <a:lnTo>
                    <a:pt x="69" y="270"/>
                  </a:lnTo>
                  <a:lnTo>
                    <a:pt x="54" y="266"/>
                  </a:lnTo>
                  <a:lnTo>
                    <a:pt x="40" y="262"/>
                  </a:lnTo>
                  <a:lnTo>
                    <a:pt x="27" y="255"/>
                  </a:lnTo>
                  <a:lnTo>
                    <a:pt x="13" y="246"/>
                  </a:lnTo>
                  <a:lnTo>
                    <a:pt x="0" y="235"/>
                  </a:lnTo>
                  <a:lnTo>
                    <a:pt x="43" y="190"/>
                  </a:lnTo>
                  <a:lnTo>
                    <a:pt x="43" y="190"/>
                  </a:lnTo>
                  <a:lnTo>
                    <a:pt x="52" y="199"/>
                  </a:lnTo>
                  <a:lnTo>
                    <a:pt x="61" y="205"/>
                  </a:lnTo>
                  <a:lnTo>
                    <a:pt x="70" y="208"/>
                  </a:lnTo>
                  <a:lnTo>
                    <a:pt x="79" y="212"/>
                  </a:lnTo>
                  <a:lnTo>
                    <a:pt x="97" y="216"/>
                  </a:lnTo>
                  <a:lnTo>
                    <a:pt x="115" y="216"/>
                  </a:lnTo>
                  <a:lnTo>
                    <a:pt x="115" y="216"/>
                  </a:lnTo>
                  <a:lnTo>
                    <a:pt x="132" y="216"/>
                  </a:lnTo>
                  <a:lnTo>
                    <a:pt x="140" y="214"/>
                  </a:lnTo>
                  <a:lnTo>
                    <a:pt x="148" y="210"/>
                  </a:lnTo>
                  <a:lnTo>
                    <a:pt x="153" y="207"/>
                  </a:lnTo>
                  <a:lnTo>
                    <a:pt x="158" y="201"/>
                  </a:lnTo>
                  <a:lnTo>
                    <a:pt x="160" y="196"/>
                  </a:lnTo>
                  <a:lnTo>
                    <a:pt x="162" y="189"/>
                  </a:lnTo>
                  <a:lnTo>
                    <a:pt x="162" y="189"/>
                  </a:lnTo>
                  <a:lnTo>
                    <a:pt x="160" y="180"/>
                  </a:lnTo>
                  <a:lnTo>
                    <a:pt x="157" y="173"/>
                  </a:lnTo>
                  <a:lnTo>
                    <a:pt x="153" y="169"/>
                  </a:lnTo>
                  <a:lnTo>
                    <a:pt x="148" y="167"/>
                  </a:lnTo>
                  <a:lnTo>
                    <a:pt x="133" y="164"/>
                  </a:lnTo>
                  <a:lnTo>
                    <a:pt x="90" y="160"/>
                  </a:lnTo>
                  <a:lnTo>
                    <a:pt x="90" y="160"/>
                  </a:lnTo>
                  <a:lnTo>
                    <a:pt x="74" y="158"/>
                  </a:lnTo>
                  <a:lnTo>
                    <a:pt x="60" y="153"/>
                  </a:lnTo>
                  <a:lnTo>
                    <a:pt x="45" y="147"/>
                  </a:lnTo>
                  <a:lnTo>
                    <a:pt x="34" y="140"/>
                  </a:lnTo>
                  <a:lnTo>
                    <a:pt x="26" y="129"/>
                  </a:lnTo>
                  <a:lnTo>
                    <a:pt x="20" y="117"/>
                  </a:lnTo>
                  <a:lnTo>
                    <a:pt x="15" y="102"/>
                  </a:lnTo>
                  <a:lnTo>
                    <a:pt x="15" y="84"/>
                  </a:lnTo>
                  <a:lnTo>
                    <a:pt x="15" y="84"/>
                  </a:lnTo>
                  <a:lnTo>
                    <a:pt x="15" y="75"/>
                  </a:lnTo>
                  <a:lnTo>
                    <a:pt x="17" y="67"/>
                  </a:lnTo>
                  <a:lnTo>
                    <a:pt x="18" y="58"/>
                  </a:lnTo>
                  <a:lnTo>
                    <a:pt x="22" y="49"/>
                  </a:lnTo>
                  <a:lnTo>
                    <a:pt x="33" y="34"/>
                  </a:lnTo>
                  <a:lnTo>
                    <a:pt x="45" y="22"/>
                  </a:lnTo>
                  <a:lnTo>
                    <a:pt x="61" y="13"/>
                  </a:lnTo>
                  <a:lnTo>
                    <a:pt x="78" y="5"/>
                  </a:lnTo>
                  <a:lnTo>
                    <a:pt x="97" y="2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48" y="2"/>
                  </a:lnTo>
                  <a:lnTo>
                    <a:pt x="160" y="4"/>
                  </a:lnTo>
                  <a:lnTo>
                    <a:pt x="175" y="7"/>
                  </a:lnTo>
                  <a:lnTo>
                    <a:pt x="187" y="11"/>
                  </a:lnTo>
                  <a:lnTo>
                    <a:pt x="198" y="16"/>
                  </a:lnTo>
                  <a:lnTo>
                    <a:pt x="209" y="23"/>
                  </a:lnTo>
                  <a:lnTo>
                    <a:pt x="220" y="32"/>
                  </a:lnTo>
                  <a:lnTo>
                    <a:pt x="178" y="74"/>
                  </a:lnTo>
                  <a:lnTo>
                    <a:pt x="178" y="74"/>
                  </a:lnTo>
                  <a:lnTo>
                    <a:pt x="171" y="68"/>
                  </a:lnTo>
                  <a:lnTo>
                    <a:pt x="166" y="65"/>
                  </a:lnTo>
                  <a:lnTo>
                    <a:pt x="149" y="59"/>
                  </a:lnTo>
                  <a:lnTo>
                    <a:pt x="133" y="56"/>
                  </a:lnTo>
                  <a:lnTo>
                    <a:pt x="115" y="56"/>
                  </a:lnTo>
                  <a:lnTo>
                    <a:pt x="115" y="56"/>
                  </a:lnTo>
                  <a:lnTo>
                    <a:pt x="106" y="56"/>
                  </a:lnTo>
                  <a:lnTo>
                    <a:pt x="99" y="58"/>
                  </a:lnTo>
                  <a:lnTo>
                    <a:pt x="92" y="59"/>
                  </a:lnTo>
                  <a:lnTo>
                    <a:pt x="87" y="63"/>
                  </a:lnTo>
                  <a:lnTo>
                    <a:pt x="83" y="67"/>
                  </a:lnTo>
                  <a:lnTo>
                    <a:pt x="79" y="72"/>
                  </a:lnTo>
                  <a:lnTo>
                    <a:pt x="79" y="75"/>
                  </a:lnTo>
                  <a:lnTo>
                    <a:pt x="78" y="81"/>
                  </a:lnTo>
                  <a:lnTo>
                    <a:pt x="78" y="81"/>
                  </a:lnTo>
                  <a:lnTo>
                    <a:pt x="79" y="90"/>
                  </a:lnTo>
                  <a:lnTo>
                    <a:pt x="85" y="97"/>
                  </a:lnTo>
                  <a:lnTo>
                    <a:pt x="94" y="101"/>
                  </a:lnTo>
                  <a:lnTo>
                    <a:pt x="106" y="104"/>
                  </a:lnTo>
                  <a:lnTo>
                    <a:pt x="148" y="108"/>
                  </a:lnTo>
                  <a:lnTo>
                    <a:pt x="148" y="108"/>
                  </a:lnTo>
                  <a:lnTo>
                    <a:pt x="166" y="111"/>
                  </a:lnTo>
                  <a:lnTo>
                    <a:pt x="182" y="115"/>
                  </a:lnTo>
                  <a:lnTo>
                    <a:pt x="196" y="122"/>
                  </a:lnTo>
                  <a:lnTo>
                    <a:pt x="207" y="131"/>
                  </a:lnTo>
                  <a:lnTo>
                    <a:pt x="216" y="142"/>
                  </a:lnTo>
                  <a:lnTo>
                    <a:pt x="221" y="156"/>
                  </a:lnTo>
                  <a:lnTo>
                    <a:pt x="227" y="171"/>
                  </a:lnTo>
                  <a:lnTo>
                    <a:pt x="227" y="187"/>
                  </a:lnTo>
                  <a:lnTo>
                    <a:pt x="227" y="187"/>
                  </a:lnTo>
                  <a:lnTo>
                    <a:pt x="227" y="198"/>
                  </a:lnTo>
                  <a:lnTo>
                    <a:pt x="225" y="207"/>
                  </a:lnTo>
                  <a:lnTo>
                    <a:pt x="221" y="216"/>
                  </a:lnTo>
                  <a:lnTo>
                    <a:pt x="218" y="225"/>
                  </a:lnTo>
                  <a:lnTo>
                    <a:pt x="214" y="232"/>
                  </a:lnTo>
                  <a:lnTo>
                    <a:pt x="209" y="239"/>
                  </a:lnTo>
                  <a:lnTo>
                    <a:pt x="194" y="252"/>
                  </a:lnTo>
                  <a:lnTo>
                    <a:pt x="178" y="261"/>
                  </a:lnTo>
                  <a:lnTo>
                    <a:pt x="158" y="268"/>
                  </a:lnTo>
                  <a:lnTo>
                    <a:pt x="137" y="271"/>
                  </a:lnTo>
                  <a:lnTo>
                    <a:pt x="114" y="273"/>
                  </a:lnTo>
                  <a:lnTo>
                    <a:pt x="114" y="27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4" name="Google Shape;284;g2e13ab9b493_0_64"/>
            <p:cNvSpPr/>
            <p:nvPr/>
          </p:nvSpPr>
          <p:spPr>
            <a:xfrm>
              <a:off x="7848601" y="3878263"/>
              <a:ext cx="184150" cy="215900"/>
            </a:xfrm>
            <a:custGeom>
              <a:rect b="b" l="l" r="r" t="t"/>
              <a:pathLst>
                <a:path extrusionOk="0" h="273" w="232">
                  <a:moveTo>
                    <a:pt x="65" y="158"/>
                  </a:moveTo>
                  <a:lnTo>
                    <a:pt x="65" y="158"/>
                  </a:lnTo>
                  <a:lnTo>
                    <a:pt x="66" y="171"/>
                  </a:lnTo>
                  <a:lnTo>
                    <a:pt x="68" y="182"/>
                  </a:lnTo>
                  <a:lnTo>
                    <a:pt x="73" y="192"/>
                  </a:lnTo>
                  <a:lnTo>
                    <a:pt x="81" y="199"/>
                  </a:lnTo>
                  <a:lnTo>
                    <a:pt x="88" y="207"/>
                  </a:lnTo>
                  <a:lnTo>
                    <a:pt x="99" y="212"/>
                  </a:lnTo>
                  <a:lnTo>
                    <a:pt x="109" y="216"/>
                  </a:lnTo>
                  <a:lnTo>
                    <a:pt x="124" y="217"/>
                  </a:lnTo>
                  <a:lnTo>
                    <a:pt x="124" y="217"/>
                  </a:lnTo>
                  <a:lnTo>
                    <a:pt x="144" y="216"/>
                  </a:lnTo>
                  <a:lnTo>
                    <a:pt x="158" y="210"/>
                  </a:lnTo>
                  <a:lnTo>
                    <a:pt x="172" y="203"/>
                  </a:lnTo>
                  <a:lnTo>
                    <a:pt x="185" y="192"/>
                  </a:lnTo>
                  <a:lnTo>
                    <a:pt x="224" y="232"/>
                  </a:lnTo>
                  <a:lnTo>
                    <a:pt x="224" y="232"/>
                  </a:lnTo>
                  <a:lnTo>
                    <a:pt x="214" y="241"/>
                  </a:lnTo>
                  <a:lnTo>
                    <a:pt x="205" y="250"/>
                  </a:lnTo>
                  <a:lnTo>
                    <a:pt x="194" y="257"/>
                  </a:lnTo>
                  <a:lnTo>
                    <a:pt x="181" y="262"/>
                  </a:lnTo>
                  <a:lnTo>
                    <a:pt x="169" y="268"/>
                  </a:lnTo>
                  <a:lnTo>
                    <a:pt x="156" y="271"/>
                  </a:lnTo>
                  <a:lnTo>
                    <a:pt x="140" y="273"/>
                  </a:lnTo>
                  <a:lnTo>
                    <a:pt x="124" y="273"/>
                  </a:lnTo>
                  <a:lnTo>
                    <a:pt x="124" y="273"/>
                  </a:lnTo>
                  <a:lnTo>
                    <a:pt x="100" y="271"/>
                  </a:lnTo>
                  <a:lnTo>
                    <a:pt x="77" y="268"/>
                  </a:lnTo>
                  <a:lnTo>
                    <a:pt x="66" y="264"/>
                  </a:lnTo>
                  <a:lnTo>
                    <a:pt x="56" y="259"/>
                  </a:lnTo>
                  <a:lnTo>
                    <a:pt x="47" y="253"/>
                  </a:lnTo>
                  <a:lnTo>
                    <a:pt x="38" y="246"/>
                  </a:lnTo>
                  <a:lnTo>
                    <a:pt x="30" y="237"/>
                  </a:lnTo>
                  <a:lnTo>
                    <a:pt x="21" y="226"/>
                  </a:lnTo>
                  <a:lnTo>
                    <a:pt x="16" y="216"/>
                  </a:lnTo>
                  <a:lnTo>
                    <a:pt x="11" y="203"/>
                  </a:lnTo>
                  <a:lnTo>
                    <a:pt x="5" y="189"/>
                  </a:lnTo>
                  <a:lnTo>
                    <a:pt x="2" y="174"/>
                  </a:lnTo>
                  <a:lnTo>
                    <a:pt x="0" y="156"/>
                  </a:lnTo>
                  <a:lnTo>
                    <a:pt x="0" y="137"/>
                  </a:lnTo>
                  <a:lnTo>
                    <a:pt x="0" y="137"/>
                  </a:lnTo>
                  <a:lnTo>
                    <a:pt x="0" y="120"/>
                  </a:lnTo>
                  <a:lnTo>
                    <a:pt x="2" y="106"/>
                  </a:lnTo>
                  <a:lnTo>
                    <a:pt x="5" y="92"/>
                  </a:lnTo>
                  <a:lnTo>
                    <a:pt x="9" y="79"/>
                  </a:lnTo>
                  <a:lnTo>
                    <a:pt x="12" y="67"/>
                  </a:lnTo>
                  <a:lnTo>
                    <a:pt x="18" y="56"/>
                  </a:lnTo>
                  <a:lnTo>
                    <a:pt x="25" y="45"/>
                  </a:lnTo>
                  <a:lnTo>
                    <a:pt x="32" y="36"/>
                  </a:lnTo>
                  <a:lnTo>
                    <a:pt x="39" y="27"/>
                  </a:lnTo>
                  <a:lnTo>
                    <a:pt x="48" y="20"/>
                  </a:lnTo>
                  <a:lnTo>
                    <a:pt x="59" y="14"/>
                  </a:lnTo>
                  <a:lnTo>
                    <a:pt x="68" y="9"/>
                  </a:lnTo>
                  <a:lnTo>
                    <a:pt x="79" y="5"/>
                  </a:lnTo>
                  <a:lnTo>
                    <a:pt x="91" y="2"/>
                  </a:lnTo>
                  <a:lnTo>
                    <a:pt x="104" y="0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29" y="0"/>
                  </a:lnTo>
                  <a:lnTo>
                    <a:pt x="142" y="2"/>
                  </a:lnTo>
                  <a:lnTo>
                    <a:pt x="154" y="5"/>
                  </a:lnTo>
                  <a:lnTo>
                    <a:pt x="165" y="9"/>
                  </a:lnTo>
                  <a:lnTo>
                    <a:pt x="176" y="14"/>
                  </a:lnTo>
                  <a:lnTo>
                    <a:pt x="185" y="22"/>
                  </a:lnTo>
                  <a:lnTo>
                    <a:pt x="194" y="29"/>
                  </a:lnTo>
                  <a:lnTo>
                    <a:pt x="201" y="36"/>
                  </a:lnTo>
                  <a:lnTo>
                    <a:pt x="208" y="45"/>
                  </a:lnTo>
                  <a:lnTo>
                    <a:pt x="215" y="56"/>
                  </a:lnTo>
                  <a:lnTo>
                    <a:pt x="221" y="67"/>
                  </a:lnTo>
                  <a:lnTo>
                    <a:pt x="224" y="77"/>
                  </a:lnTo>
                  <a:lnTo>
                    <a:pt x="230" y="102"/>
                  </a:lnTo>
                  <a:lnTo>
                    <a:pt x="232" y="129"/>
                  </a:lnTo>
                  <a:lnTo>
                    <a:pt x="232" y="158"/>
                  </a:lnTo>
                  <a:lnTo>
                    <a:pt x="65" y="158"/>
                  </a:lnTo>
                  <a:close/>
                  <a:moveTo>
                    <a:pt x="160" y="83"/>
                  </a:moveTo>
                  <a:lnTo>
                    <a:pt x="160" y="83"/>
                  </a:lnTo>
                  <a:lnTo>
                    <a:pt x="154" y="72"/>
                  </a:lnTo>
                  <a:lnTo>
                    <a:pt x="144" y="63"/>
                  </a:lnTo>
                  <a:lnTo>
                    <a:pt x="138" y="59"/>
                  </a:lnTo>
                  <a:lnTo>
                    <a:pt x="131" y="58"/>
                  </a:lnTo>
                  <a:lnTo>
                    <a:pt x="124" y="56"/>
                  </a:lnTo>
                  <a:lnTo>
                    <a:pt x="117" y="56"/>
                  </a:lnTo>
                  <a:lnTo>
                    <a:pt x="117" y="56"/>
                  </a:lnTo>
                  <a:lnTo>
                    <a:pt x="108" y="56"/>
                  </a:lnTo>
                  <a:lnTo>
                    <a:pt x="100" y="58"/>
                  </a:lnTo>
                  <a:lnTo>
                    <a:pt x="93" y="59"/>
                  </a:lnTo>
                  <a:lnTo>
                    <a:pt x="88" y="63"/>
                  </a:lnTo>
                  <a:lnTo>
                    <a:pt x="79" y="72"/>
                  </a:lnTo>
                  <a:lnTo>
                    <a:pt x="72" y="83"/>
                  </a:lnTo>
                  <a:lnTo>
                    <a:pt x="72" y="83"/>
                  </a:lnTo>
                  <a:lnTo>
                    <a:pt x="66" y="97"/>
                  </a:lnTo>
                  <a:lnTo>
                    <a:pt x="65" y="111"/>
                  </a:lnTo>
                  <a:lnTo>
                    <a:pt x="167" y="111"/>
                  </a:lnTo>
                  <a:lnTo>
                    <a:pt x="167" y="111"/>
                  </a:lnTo>
                  <a:lnTo>
                    <a:pt x="165" y="97"/>
                  </a:lnTo>
                  <a:lnTo>
                    <a:pt x="160" y="83"/>
                  </a:lnTo>
                  <a:lnTo>
                    <a:pt x="160" y="83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5" name="Google Shape;285;g2e13ab9b493_0_64"/>
            <p:cNvSpPr/>
            <p:nvPr/>
          </p:nvSpPr>
          <p:spPr>
            <a:xfrm>
              <a:off x="8081963" y="3878263"/>
              <a:ext cx="176213" cy="212725"/>
            </a:xfrm>
            <a:custGeom>
              <a:rect b="b" l="l" r="r" t="t"/>
              <a:pathLst>
                <a:path extrusionOk="0" h="270" w="221">
                  <a:moveTo>
                    <a:pt x="155" y="270"/>
                  </a:moveTo>
                  <a:lnTo>
                    <a:pt x="155" y="110"/>
                  </a:lnTo>
                  <a:lnTo>
                    <a:pt x="155" y="110"/>
                  </a:lnTo>
                  <a:lnTo>
                    <a:pt x="153" y="97"/>
                  </a:lnTo>
                  <a:lnTo>
                    <a:pt x="151" y="86"/>
                  </a:lnTo>
                  <a:lnTo>
                    <a:pt x="146" y="77"/>
                  </a:lnTo>
                  <a:lnTo>
                    <a:pt x="141" y="70"/>
                  </a:lnTo>
                  <a:lnTo>
                    <a:pt x="133" y="67"/>
                  </a:lnTo>
                  <a:lnTo>
                    <a:pt x="126" y="63"/>
                  </a:lnTo>
                  <a:lnTo>
                    <a:pt x="119" y="61"/>
                  </a:lnTo>
                  <a:lnTo>
                    <a:pt x="110" y="59"/>
                  </a:lnTo>
                  <a:lnTo>
                    <a:pt x="110" y="59"/>
                  </a:lnTo>
                  <a:lnTo>
                    <a:pt x="103" y="61"/>
                  </a:lnTo>
                  <a:lnTo>
                    <a:pt x="96" y="63"/>
                  </a:lnTo>
                  <a:lnTo>
                    <a:pt x="87" y="67"/>
                  </a:lnTo>
                  <a:lnTo>
                    <a:pt x="81" y="70"/>
                  </a:lnTo>
                  <a:lnTo>
                    <a:pt x="74" y="77"/>
                  </a:lnTo>
                  <a:lnTo>
                    <a:pt x="71" y="86"/>
                  </a:lnTo>
                  <a:lnTo>
                    <a:pt x="67" y="97"/>
                  </a:lnTo>
                  <a:lnTo>
                    <a:pt x="67" y="110"/>
                  </a:lnTo>
                  <a:lnTo>
                    <a:pt x="67" y="270"/>
                  </a:lnTo>
                  <a:lnTo>
                    <a:pt x="0" y="270"/>
                  </a:lnTo>
                  <a:lnTo>
                    <a:pt x="0" y="4"/>
                  </a:lnTo>
                  <a:lnTo>
                    <a:pt x="65" y="4"/>
                  </a:lnTo>
                  <a:lnTo>
                    <a:pt x="65" y="29"/>
                  </a:lnTo>
                  <a:lnTo>
                    <a:pt x="65" y="29"/>
                  </a:lnTo>
                  <a:lnTo>
                    <a:pt x="79" y="16"/>
                  </a:lnTo>
                  <a:lnTo>
                    <a:pt x="96" y="7"/>
                  </a:lnTo>
                  <a:lnTo>
                    <a:pt x="114" y="2"/>
                  </a:lnTo>
                  <a:lnTo>
                    <a:pt x="132" y="0"/>
                  </a:lnTo>
                  <a:lnTo>
                    <a:pt x="132" y="0"/>
                  </a:lnTo>
                  <a:lnTo>
                    <a:pt x="150" y="2"/>
                  </a:lnTo>
                  <a:lnTo>
                    <a:pt x="168" y="7"/>
                  </a:lnTo>
                  <a:lnTo>
                    <a:pt x="182" y="14"/>
                  </a:lnTo>
                  <a:lnTo>
                    <a:pt x="194" y="23"/>
                  </a:lnTo>
                  <a:lnTo>
                    <a:pt x="194" y="23"/>
                  </a:lnTo>
                  <a:lnTo>
                    <a:pt x="202" y="32"/>
                  </a:lnTo>
                  <a:lnTo>
                    <a:pt x="207" y="41"/>
                  </a:lnTo>
                  <a:lnTo>
                    <a:pt x="212" y="50"/>
                  </a:lnTo>
                  <a:lnTo>
                    <a:pt x="216" y="59"/>
                  </a:lnTo>
                  <a:lnTo>
                    <a:pt x="220" y="79"/>
                  </a:lnTo>
                  <a:lnTo>
                    <a:pt x="221" y="99"/>
                  </a:lnTo>
                  <a:lnTo>
                    <a:pt x="221" y="270"/>
                  </a:lnTo>
                  <a:lnTo>
                    <a:pt x="155" y="270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6" name="Google Shape;286;g2e13ab9b493_0_64"/>
            <p:cNvSpPr/>
            <p:nvPr/>
          </p:nvSpPr>
          <p:spPr>
            <a:xfrm>
              <a:off x="8299451" y="3878263"/>
              <a:ext cx="174625" cy="215900"/>
            </a:xfrm>
            <a:custGeom>
              <a:rect b="b" l="l" r="r" t="t"/>
              <a:pathLst>
                <a:path extrusionOk="0" h="273" w="220">
                  <a:moveTo>
                    <a:pt x="156" y="270"/>
                  </a:moveTo>
                  <a:lnTo>
                    <a:pt x="156" y="248"/>
                  </a:lnTo>
                  <a:lnTo>
                    <a:pt x="156" y="248"/>
                  </a:lnTo>
                  <a:lnTo>
                    <a:pt x="143" y="259"/>
                  </a:lnTo>
                  <a:lnTo>
                    <a:pt x="127" y="266"/>
                  </a:lnTo>
                  <a:lnTo>
                    <a:pt x="111" y="271"/>
                  </a:lnTo>
                  <a:lnTo>
                    <a:pt x="91" y="273"/>
                  </a:lnTo>
                  <a:lnTo>
                    <a:pt x="91" y="273"/>
                  </a:lnTo>
                  <a:lnTo>
                    <a:pt x="70" y="271"/>
                  </a:lnTo>
                  <a:lnTo>
                    <a:pt x="50" y="266"/>
                  </a:lnTo>
                  <a:lnTo>
                    <a:pt x="35" y="259"/>
                  </a:lnTo>
                  <a:lnTo>
                    <a:pt x="23" y="250"/>
                  </a:lnTo>
                  <a:lnTo>
                    <a:pt x="23" y="250"/>
                  </a:lnTo>
                  <a:lnTo>
                    <a:pt x="12" y="237"/>
                  </a:lnTo>
                  <a:lnTo>
                    <a:pt x="7" y="223"/>
                  </a:lnTo>
                  <a:lnTo>
                    <a:pt x="1" y="207"/>
                  </a:lnTo>
                  <a:lnTo>
                    <a:pt x="0" y="189"/>
                  </a:lnTo>
                  <a:lnTo>
                    <a:pt x="0" y="189"/>
                  </a:lnTo>
                  <a:lnTo>
                    <a:pt x="1" y="174"/>
                  </a:lnTo>
                  <a:lnTo>
                    <a:pt x="5" y="160"/>
                  </a:lnTo>
                  <a:lnTo>
                    <a:pt x="12" y="146"/>
                  </a:lnTo>
                  <a:lnTo>
                    <a:pt x="23" y="135"/>
                  </a:lnTo>
                  <a:lnTo>
                    <a:pt x="35" y="126"/>
                  </a:lnTo>
                  <a:lnTo>
                    <a:pt x="52" y="119"/>
                  </a:lnTo>
                  <a:lnTo>
                    <a:pt x="70" y="113"/>
                  </a:lnTo>
                  <a:lnTo>
                    <a:pt x="93" y="111"/>
                  </a:lnTo>
                  <a:lnTo>
                    <a:pt x="154" y="111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88"/>
                  </a:lnTo>
                  <a:lnTo>
                    <a:pt x="152" y="79"/>
                  </a:lnTo>
                  <a:lnTo>
                    <a:pt x="149" y="72"/>
                  </a:lnTo>
                  <a:lnTo>
                    <a:pt x="143" y="67"/>
                  </a:lnTo>
                  <a:lnTo>
                    <a:pt x="136" y="63"/>
                  </a:lnTo>
                  <a:lnTo>
                    <a:pt x="127" y="59"/>
                  </a:lnTo>
                  <a:lnTo>
                    <a:pt x="116" y="58"/>
                  </a:lnTo>
                  <a:lnTo>
                    <a:pt x="106" y="58"/>
                  </a:lnTo>
                  <a:lnTo>
                    <a:pt x="106" y="58"/>
                  </a:lnTo>
                  <a:lnTo>
                    <a:pt x="89" y="58"/>
                  </a:lnTo>
                  <a:lnTo>
                    <a:pt x="75" y="61"/>
                  </a:lnTo>
                  <a:lnTo>
                    <a:pt x="64" y="68"/>
                  </a:lnTo>
                  <a:lnTo>
                    <a:pt x="53" y="79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1" y="29"/>
                  </a:lnTo>
                  <a:lnTo>
                    <a:pt x="32" y="20"/>
                  </a:lnTo>
                  <a:lnTo>
                    <a:pt x="41" y="14"/>
                  </a:lnTo>
                  <a:lnTo>
                    <a:pt x="52" y="9"/>
                  </a:lnTo>
                  <a:lnTo>
                    <a:pt x="64" y="5"/>
                  </a:lnTo>
                  <a:lnTo>
                    <a:pt x="77" y="2"/>
                  </a:lnTo>
                  <a:lnTo>
                    <a:pt x="91" y="0"/>
                  </a:lnTo>
                  <a:lnTo>
                    <a:pt x="107" y="0"/>
                  </a:lnTo>
                  <a:lnTo>
                    <a:pt x="107" y="0"/>
                  </a:lnTo>
                  <a:lnTo>
                    <a:pt x="134" y="2"/>
                  </a:lnTo>
                  <a:lnTo>
                    <a:pt x="158" y="5"/>
                  </a:lnTo>
                  <a:lnTo>
                    <a:pt x="176" y="14"/>
                  </a:lnTo>
                  <a:lnTo>
                    <a:pt x="185" y="18"/>
                  </a:lnTo>
                  <a:lnTo>
                    <a:pt x="192" y="23"/>
                  </a:lnTo>
                  <a:lnTo>
                    <a:pt x="199" y="31"/>
                  </a:lnTo>
                  <a:lnTo>
                    <a:pt x="204" y="38"/>
                  </a:lnTo>
                  <a:lnTo>
                    <a:pt x="210" y="45"/>
                  </a:lnTo>
                  <a:lnTo>
                    <a:pt x="213" y="54"/>
                  </a:lnTo>
                  <a:lnTo>
                    <a:pt x="219" y="72"/>
                  </a:lnTo>
                  <a:lnTo>
                    <a:pt x="220" y="95"/>
                  </a:lnTo>
                  <a:lnTo>
                    <a:pt x="220" y="270"/>
                  </a:lnTo>
                  <a:lnTo>
                    <a:pt x="156" y="270"/>
                  </a:lnTo>
                  <a:close/>
                  <a:moveTo>
                    <a:pt x="154" y="158"/>
                  </a:moveTo>
                  <a:lnTo>
                    <a:pt x="104" y="158"/>
                  </a:lnTo>
                  <a:lnTo>
                    <a:pt x="104" y="158"/>
                  </a:lnTo>
                  <a:lnTo>
                    <a:pt x="95" y="158"/>
                  </a:lnTo>
                  <a:lnTo>
                    <a:pt x="86" y="160"/>
                  </a:lnTo>
                  <a:lnTo>
                    <a:pt x="79" y="162"/>
                  </a:lnTo>
                  <a:lnTo>
                    <a:pt x="73" y="165"/>
                  </a:lnTo>
                  <a:lnTo>
                    <a:pt x="70" y="169"/>
                  </a:lnTo>
                  <a:lnTo>
                    <a:pt x="66" y="174"/>
                  </a:lnTo>
                  <a:lnTo>
                    <a:pt x="64" y="182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64" y="194"/>
                  </a:lnTo>
                  <a:lnTo>
                    <a:pt x="66" y="201"/>
                  </a:lnTo>
                  <a:lnTo>
                    <a:pt x="70" y="207"/>
                  </a:lnTo>
                  <a:lnTo>
                    <a:pt x="73" y="210"/>
                  </a:lnTo>
                  <a:lnTo>
                    <a:pt x="80" y="214"/>
                  </a:lnTo>
                  <a:lnTo>
                    <a:pt x="88" y="216"/>
                  </a:lnTo>
                  <a:lnTo>
                    <a:pt x="95" y="217"/>
                  </a:lnTo>
                  <a:lnTo>
                    <a:pt x="106" y="219"/>
                  </a:lnTo>
                  <a:lnTo>
                    <a:pt x="106" y="219"/>
                  </a:lnTo>
                  <a:lnTo>
                    <a:pt x="116" y="217"/>
                  </a:lnTo>
                  <a:lnTo>
                    <a:pt x="127" y="216"/>
                  </a:lnTo>
                  <a:lnTo>
                    <a:pt x="136" y="212"/>
                  </a:lnTo>
                  <a:lnTo>
                    <a:pt x="143" y="205"/>
                  </a:lnTo>
                  <a:lnTo>
                    <a:pt x="143" y="205"/>
                  </a:lnTo>
                  <a:lnTo>
                    <a:pt x="149" y="199"/>
                  </a:lnTo>
                  <a:lnTo>
                    <a:pt x="152" y="192"/>
                  </a:lnTo>
                  <a:lnTo>
                    <a:pt x="154" y="183"/>
                  </a:lnTo>
                  <a:lnTo>
                    <a:pt x="154" y="173"/>
                  </a:lnTo>
                  <a:lnTo>
                    <a:pt x="154" y="158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7" name="Google Shape;287;g2e13ab9b493_0_64"/>
            <p:cNvSpPr/>
            <p:nvPr/>
          </p:nvSpPr>
          <p:spPr>
            <a:xfrm>
              <a:off x="8531226" y="3800475"/>
              <a:ext cx="53975" cy="290513"/>
            </a:xfrm>
            <a:custGeom>
              <a:rect b="b" l="l" r="r" t="t"/>
              <a:pathLst>
                <a:path extrusionOk="0" h="367" w="69">
                  <a:moveTo>
                    <a:pt x="0" y="54"/>
                  </a:moveTo>
                  <a:lnTo>
                    <a:pt x="0" y="0"/>
                  </a:lnTo>
                  <a:lnTo>
                    <a:pt x="69" y="0"/>
                  </a:lnTo>
                  <a:lnTo>
                    <a:pt x="69" y="54"/>
                  </a:lnTo>
                  <a:lnTo>
                    <a:pt x="0" y="54"/>
                  </a:lnTo>
                  <a:close/>
                  <a:moveTo>
                    <a:pt x="0" y="367"/>
                  </a:moveTo>
                  <a:lnTo>
                    <a:pt x="0" y="108"/>
                  </a:lnTo>
                  <a:lnTo>
                    <a:pt x="67" y="108"/>
                  </a:lnTo>
                  <a:lnTo>
                    <a:pt x="67" y="367"/>
                  </a:lnTo>
                  <a:lnTo>
                    <a:pt x="0" y="367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8" name="Google Shape;288;g2e13ab9b493_0_64"/>
            <p:cNvSpPr/>
            <p:nvPr/>
          </p:nvSpPr>
          <p:spPr>
            <a:xfrm>
              <a:off x="8640763" y="4032250"/>
              <a:ext cx="61800" cy="58800"/>
            </a:xfrm>
            <a:prstGeom prst="rect">
              <a:avLst/>
            </a:pr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9" name="Google Shape;289;g2e13ab9b493_0_64"/>
            <p:cNvSpPr/>
            <p:nvPr/>
          </p:nvSpPr>
          <p:spPr>
            <a:xfrm>
              <a:off x="8759826" y="3802063"/>
              <a:ext cx="176213" cy="292100"/>
            </a:xfrm>
            <a:custGeom>
              <a:rect b="b" l="l" r="r" t="t"/>
              <a:pathLst>
                <a:path extrusionOk="0" h="368" w="223">
                  <a:moveTo>
                    <a:pt x="196" y="345"/>
                  </a:moveTo>
                  <a:lnTo>
                    <a:pt x="196" y="345"/>
                  </a:lnTo>
                  <a:lnTo>
                    <a:pt x="183" y="354"/>
                  </a:lnTo>
                  <a:lnTo>
                    <a:pt x="167" y="363"/>
                  </a:lnTo>
                  <a:lnTo>
                    <a:pt x="149" y="366"/>
                  </a:lnTo>
                  <a:lnTo>
                    <a:pt x="131" y="368"/>
                  </a:lnTo>
                  <a:lnTo>
                    <a:pt x="131" y="368"/>
                  </a:lnTo>
                  <a:lnTo>
                    <a:pt x="111" y="366"/>
                  </a:lnTo>
                  <a:lnTo>
                    <a:pt x="93" y="363"/>
                  </a:lnTo>
                  <a:lnTo>
                    <a:pt x="86" y="357"/>
                  </a:lnTo>
                  <a:lnTo>
                    <a:pt x="79" y="354"/>
                  </a:lnTo>
                  <a:lnTo>
                    <a:pt x="64" y="339"/>
                  </a:lnTo>
                  <a:lnTo>
                    <a:pt x="64" y="365"/>
                  </a:lnTo>
                  <a:lnTo>
                    <a:pt x="0" y="365"/>
                  </a:lnTo>
                  <a:lnTo>
                    <a:pt x="0" y="0"/>
                  </a:lnTo>
                  <a:lnTo>
                    <a:pt x="66" y="0"/>
                  </a:lnTo>
                  <a:lnTo>
                    <a:pt x="66" y="122"/>
                  </a:lnTo>
                  <a:lnTo>
                    <a:pt x="66" y="122"/>
                  </a:lnTo>
                  <a:lnTo>
                    <a:pt x="79" y="109"/>
                  </a:lnTo>
                  <a:lnTo>
                    <a:pt x="95" y="100"/>
                  </a:lnTo>
                  <a:lnTo>
                    <a:pt x="111" y="97"/>
                  </a:lnTo>
                  <a:lnTo>
                    <a:pt x="131" y="95"/>
                  </a:lnTo>
                  <a:lnTo>
                    <a:pt x="131" y="95"/>
                  </a:lnTo>
                  <a:lnTo>
                    <a:pt x="151" y="97"/>
                  </a:lnTo>
                  <a:lnTo>
                    <a:pt x="167" y="102"/>
                  </a:lnTo>
                  <a:lnTo>
                    <a:pt x="183" y="109"/>
                  </a:lnTo>
                  <a:lnTo>
                    <a:pt x="196" y="120"/>
                  </a:lnTo>
                  <a:lnTo>
                    <a:pt x="196" y="120"/>
                  </a:lnTo>
                  <a:lnTo>
                    <a:pt x="203" y="129"/>
                  </a:lnTo>
                  <a:lnTo>
                    <a:pt x="210" y="142"/>
                  </a:lnTo>
                  <a:lnTo>
                    <a:pt x="215" y="154"/>
                  </a:lnTo>
                  <a:lnTo>
                    <a:pt x="219" y="169"/>
                  </a:lnTo>
                  <a:lnTo>
                    <a:pt x="221" y="183"/>
                  </a:lnTo>
                  <a:lnTo>
                    <a:pt x="223" y="199"/>
                  </a:lnTo>
                  <a:lnTo>
                    <a:pt x="223" y="232"/>
                  </a:lnTo>
                  <a:lnTo>
                    <a:pt x="223" y="232"/>
                  </a:lnTo>
                  <a:lnTo>
                    <a:pt x="223" y="264"/>
                  </a:lnTo>
                  <a:lnTo>
                    <a:pt x="221" y="280"/>
                  </a:lnTo>
                  <a:lnTo>
                    <a:pt x="219" y="294"/>
                  </a:lnTo>
                  <a:lnTo>
                    <a:pt x="215" y="309"/>
                  </a:lnTo>
                  <a:lnTo>
                    <a:pt x="210" y="321"/>
                  </a:lnTo>
                  <a:lnTo>
                    <a:pt x="203" y="334"/>
                  </a:lnTo>
                  <a:lnTo>
                    <a:pt x="196" y="345"/>
                  </a:lnTo>
                  <a:lnTo>
                    <a:pt x="196" y="345"/>
                  </a:lnTo>
                  <a:close/>
                  <a:moveTo>
                    <a:pt x="111" y="154"/>
                  </a:moveTo>
                  <a:lnTo>
                    <a:pt x="111" y="154"/>
                  </a:lnTo>
                  <a:lnTo>
                    <a:pt x="99" y="156"/>
                  </a:lnTo>
                  <a:lnTo>
                    <a:pt x="88" y="162"/>
                  </a:lnTo>
                  <a:lnTo>
                    <a:pt x="79" y="169"/>
                  </a:lnTo>
                  <a:lnTo>
                    <a:pt x="73" y="178"/>
                  </a:lnTo>
                  <a:lnTo>
                    <a:pt x="70" y="188"/>
                  </a:lnTo>
                  <a:lnTo>
                    <a:pt x="68" y="201"/>
                  </a:lnTo>
                  <a:lnTo>
                    <a:pt x="66" y="232"/>
                  </a:lnTo>
                  <a:lnTo>
                    <a:pt x="66" y="232"/>
                  </a:lnTo>
                  <a:lnTo>
                    <a:pt x="68" y="262"/>
                  </a:lnTo>
                  <a:lnTo>
                    <a:pt x="70" y="275"/>
                  </a:lnTo>
                  <a:lnTo>
                    <a:pt x="73" y="285"/>
                  </a:lnTo>
                  <a:lnTo>
                    <a:pt x="79" y="296"/>
                  </a:lnTo>
                  <a:lnTo>
                    <a:pt x="88" y="302"/>
                  </a:lnTo>
                  <a:lnTo>
                    <a:pt x="99" y="307"/>
                  </a:lnTo>
                  <a:lnTo>
                    <a:pt x="111" y="309"/>
                  </a:lnTo>
                  <a:lnTo>
                    <a:pt x="111" y="309"/>
                  </a:lnTo>
                  <a:lnTo>
                    <a:pt x="124" y="307"/>
                  </a:lnTo>
                  <a:lnTo>
                    <a:pt x="134" y="302"/>
                  </a:lnTo>
                  <a:lnTo>
                    <a:pt x="143" y="296"/>
                  </a:lnTo>
                  <a:lnTo>
                    <a:pt x="149" y="285"/>
                  </a:lnTo>
                  <a:lnTo>
                    <a:pt x="152" y="275"/>
                  </a:lnTo>
                  <a:lnTo>
                    <a:pt x="154" y="262"/>
                  </a:lnTo>
                  <a:lnTo>
                    <a:pt x="156" y="232"/>
                  </a:lnTo>
                  <a:lnTo>
                    <a:pt x="156" y="232"/>
                  </a:lnTo>
                  <a:lnTo>
                    <a:pt x="154" y="201"/>
                  </a:lnTo>
                  <a:lnTo>
                    <a:pt x="152" y="188"/>
                  </a:lnTo>
                  <a:lnTo>
                    <a:pt x="149" y="178"/>
                  </a:lnTo>
                  <a:lnTo>
                    <a:pt x="143" y="169"/>
                  </a:lnTo>
                  <a:lnTo>
                    <a:pt x="134" y="162"/>
                  </a:lnTo>
                  <a:lnTo>
                    <a:pt x="124" y="156"/>
                  </a:lnTo>
                  <a:lnTo>
                    <a:pt x="111" y="154"/>
                  </a:lnTo>
                  <a:lnTo>
                    <a:pt x="111" y="154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0" name="Google Shape;290;g2e13ab9b493_0_64"/>
            <p:cNvSpPr/>
            <p:nvPr/>
          </p:nvSpPr>
          <p:spPr>
            <a:xfrm>
              <a:off x="8986838" y="3878263"/>
              <a:ext cx="155575" cy="212725"/>
            </a:xfrm>
            <a:custGeom>
              <a:rect b="b" l="l" r="r" t="t"/>
              <a:pathLst>
                <a:path extrusionOk="0" h="270" w="196">
                  <a:moveTo>
                    <a:pt x="146" y="75"/>
                  </a:moveTo>
                  <a:lnTo>
                    <a:pt x="146" y="75"/>
                  </a:lnTo>
                  <a:lnTo>
                    <a:pt x="139" y="70"/>
                  </a:lnTo>
                  <a:lnTo>
                    <a:pt x="132" y="65"/>
                  </a:lnTo>
                  <a:lnTo>
                    <a:pt x="123" y="61"/>
                  </a:lnTo>
                  <a:lnTo>
                    <a:pt x="112" y="59"/>
                  </a:lnTo>
                  <a:lnTo>
                    <a:pt x="112" y="59"/>
                  </a:lnTo>
                  <a:lnTo>
                    <a:pt x="103" y="61"/>
                  </a:lnTo>
                  <a:lnTo>
                    <a:pt x="96" y="63"/>
                  </a:lnTo>
                  <a:lnTo>
                    <a:pt x="88" y="67"/>
                  </a:lnTo>
                  <a:lnTo>
                    <a:pt x="81" y="72"/>
                  </a:lnTo>
                  <a:lnTo>
                    <a:pt x="76" y="79"/>
                  </a:lnTo>
                  <a:lnTo>
                    <a:pt x="72" y="88"/>
                  </a:lnTo>
                  <a:lnTo>
                    <a:pt x="69" y="97"/>
                  </a:lnTo>
                  <a:lnTo>
                    <a:pt x="69" y="110"/>
                  </a:lnTo>
                  <a:lnTo>
                    <a:pt x="69" y="270"/>
                  </a:lnTo>
                  <a:lnTo>
                    <a:pt x="0" y="270"/>
                  </a:lnTo>
                  <a:lnTo>
                    <a:pt x="0" y="4"/>
                  </a:lnTo>
                  <a:lnTo>
                    <a:pt x="67" y="4"/>
                  </a:lnTo>
                  <a:lnTo>
                    <a:pt x="67" y="29"/>
                  </a:lnTo>
                  <a:lnTo>
                    <a:pt x="67" y="29"/>
                  </a:lnTo>
                  <a:lnTo>
                    <a:pt x="78" y="18"/>
                  </a:lnTo>
                  <a:lnTo>
                    <a:pt x="94" y="9"/>
                  </a:lnTo>
                  <a:lnTo>
                    <a:pt x="112" y="2"/>
                  </a:lnTo>
                  <a:lnTo>
                    <a:pt x="123" y="0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51" y="2"/>
                  </a:lnTo>
                  <a:lnTo>
                    <a:pt x="167" y="5"/>
                  </a:lnTo>
                  <a:lnTo>
                    <a:pt x="182" y="14"/>
                  </a:lnTo>
                  <a:lnTo>
                    <a:pt x="196" y="25"/>
                  </a:lnTo>
                  <a:lnTo>
                    <a:pt x="146" y="75"/>
                  </a:lnTo>
                  <a:close/>
                </a:path>
              </a:pathLst>
            </a:custGeom>
            <a:solidFill>
              <a:srgbClr val="005CA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EP] Slide de conteúdo 1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e13ab9b493_0_96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3" name="Google Shape;293;g2e13ab9b493_0_96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94" name="Google Shape;294;g2e13ab9b493_0_96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T] Slide de título 1">
  <p:cSld name="TITLE_AND_TWO_COLUMNS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e13ab9b493_0_10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7" name="Google Shape;297;g2e13ab9b493_0_100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None/>
              <a:defRPr sz="4000"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98" name="Google Shape;298;g2e13ab9b493_0_100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 sz="19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 1">
  <p:cSld name="Comparação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g2e13ab9b493_0_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871848" y="339223"/>
            <a:ext cx="1526660" cy="5865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2e13ab9b493_0_104"/>
          <p:cNvPicPr preferRelativeResize="0"/>
          <p:nvPr/>
        </p:nvPicPr>
        <p:blipFill rotWithShape="1">
          <a:blip r:embed="rId3">
            <a:alphaModFix/>
          </a:blip>
          <a:srcRect b="0" l="-200" r="-9" t="0"/>
          <a:stretch/>
        </p:blipFill>
        <p:spPr>
          <a:xfrm flipH="1" rot="-5400000">
            <a:off x="10359095" y="-605357"/>
            <a:ext cx="1227548" cy="2438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g2e13ab9b493_0_104"/>
          <p:cNvPicPr preferRelativeResize="0"/>
          <p:nvPr/>
        </p:nvPicPr>
        <p:blipFill rotWithShape="1">
          <a:blip r:embed="rId3">
            <a:alphaModFix/>
          </a:blip>
          <a:srcRect b="0" l="-200" r="-9" t="0"/>
          <a:stretch/>
        </p:blipFill>
        <p:spPr>
          <a:xfrm rot="-5400000">
            <a:off x="10024051" y="5654864"/>
            <a:ext cx="1451936" cy="2883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g2e13ab9b493_0_104"/>
          <p:cNvPicPr preferRelativeResize="0"/>
          <p:nvPr/>
        </p:nvPicPr>
        <p:blipFill rotWithShape="1">
          <a:blip r:embed="rId3">
            <a:alphaModFix/>
          </a:blip>
          <a:srcRect b="0" l="-200" r="-9" t="0"/>
          <a:stretch/>
        </p:blipFill>
        <p:spPr>
          <a:xfrm flipH="1" rot="-5400000">
            <a:off x="605356" y="5851338"/>
            <a:ext cx="1227548" cy="2438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e13ab9b493_0_109"/>
          <p:cNvSpPr/>
          <p:nvPr>
            <p:ph idx="2" type="pic"/>
          </p:nvPr>
        </p:nvSpPr>
        <p:spPr>
          <a:xfrm>
            <a:off x="8785832" y="3"/>
            <a:ext cx="3406500" cy="6857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g2e13ab9b493_0_109"/>
          <p:cNvSpPr/>
          <p:nvPr>
            <p:ph idx="3" type="pic"/>
          </p:nvPr>
        </p:nvSpPr>
        <p:spPr>
          <a:xfrm>
            <a:off x="1265965" y="3429002"/>
            <a:ext cx="2054100" cy="2066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[CP] Slide de conteúdo 2">
  <p:cSld name="TITLE_ONLY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0c5bf67691_1_13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9" name="Google Shape;309;g30c5bf67691_1_130"/>
          <p:cNvSpPr txBox="1"/>
          <p:nvPr>
            <p:ph type="ctrTitle"/>
          </p:nvPr>
        </p:nvSpPr>
        <p:spPr>
          <a:xfrm>
            <a:off x="1592833" y="960000"/>
            <a:ext cx="4326300" cy="20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4000"/>
              <a:buNone/>
              <a:defRPr sz="4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10" name="Google Shape;310;g30c5bf67691_1_130"/>
          <p:cNvSpPr txBox="1"/>
          <p:nvPr>
            <p:ph idx="1" type="subTitle"/>
          </p:nvPr>
        </p:nvSpPr>
        <p:spPr>
          <a:xfrm>
            <a:off x="1592833" y="3418333"/>
            <a:ext cx="3808500" cy="29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 sz="19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4.xml"/><Relationship Id="rId20" Type="http://schemas.openxmlformats.org/officeDocument/2006/relationships/slideLayout" Target="../slideLayouts/slideLayout54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56.xml"/><Relationship Id="rId2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58.xml"/><Relationship Id="rId23" Type="http://schemas.openxmlformats.org/officeDocument/2006/relationships/slideLayout" Target="../slideLayouts/slideLayout57.xml"/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26" Type="http://schemas.openxmlformats.org/officeDocument/2006/relationships/slideLayout" Target="../slideLayouts/slideLayout60.xml"/><Relationship Id="rId25" Type="http://schemas.openxmlformats.org/officeDocument/2006/relationships/slideLayout" Target="../slideLayouts/slideLayout59.xml"/><Relationship Id="rId28" Type="http://schemas.openxmlformats.org/officeDocument/2006/relationships/slideLayout" Target="../slideLayouts/slideLayout62.xml"/><Relationship Id="rId27" Type="http://schemas.openxmlformats.org/officeDocument/2006/relationships/slideLayout" Target="../slideLayouts/slideLayout61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65.xml"/><Relationship Id="rId30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45.xml"/><Relationship Id="rId33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47.xml"/><Relationship Id="rId35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49.xml"/><Relationship Id="rId37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51.xml"/><Relationship Id="rId39" Type="http://schemas.openxmlformats.org/officeDocument/2006/relationships/slideLayout" Target="../slideLayouts/slideLayout73.xml"/><Relationship Id="rId16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72.xml"/><Relationship Id="rId19" Type="http://schemas.openxmlformats.org/officeDocument/2006/relationships/slideLayout" Target="../slideLayouts/slideLayout53.xml"/><Relationship Id="rId18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efccbc0892_0_14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Light"/>
              <a:buNone/>
              <a:defRPr b="0" i="0" sz="3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g1efccbc0892_0_14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Light"/>
              <a:buChar char="●"/>
              <a:defRPr b="0" i="0" sz="24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1efccbc0892_0_1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e0791bbb4_0_9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 Light"/>
              <a:buNone/>
              <a:defRPr b="0" i="0" sz="3700" u="none" cap="none" strike="noStrik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Roboto"/>
              <a:buNone/>
              <a:defRPr b="0" i="0" sz="3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5" name="Google Shape;135;g2de0791bbb4_0_9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 Light"/>
              <a:buChar char="●"/>
              <a:defRPr b="0" i="0" sz="2400" u="none" cap="none" strike="noStrik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●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○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Roboto"/>
              <a:buChar char="■"/>
              <a:defRPr b="0" i="0" sz="1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6" name="Google Shape;136;g2de0791bbb4_0_9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699" r:id="rId16"/>
    <p:sldLayoutId id="2147483700" r:id="rId17"/>
    <p:sldLayoutId id="2147483701" r:id="rId18"/>
    <p:sldLayoutId id="2147483702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711" r:id="rId28"/>
    <p:sldLayoutId id="2147483712" r:id="rId29"/>
    <p:sldLayoutId id="2147483713" r:id="rId30"/>
    <p:sldLayoutId id="2147483714" r:id="rId31"/>
    <p:sldLayoutId id="2147483715" r:id="rId32"/>
    <p:sldLayoutId id="2147483716" r:id="rId33"/>
    <p:sldLayoutId id="2147483717" r:id="rId34"/>
    <p:sldLayoutId id="2147483718" r:id="rId35"/>
    <p:sldLayoutId id="2147483719" r:id="rId36"/>
    <p:sldLayoutId id="2147483720" r:id="rId37"/>
    <p:sldLayoutId id="2147483721" r:id="rId38"/>
    <p:sldLayoutId id="2147483722" r:id="rId39"/>
    <p:sldLayoutId id="2147483723" r:id="rId4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27.jpg"/><Relationship Id="rId6" Type="http://schemas.openxmlformats.org/officeDocument/2006/relationships/image" Target="../media/image28.jpg"/><Relationship Id="rId7" Type="http://schemas.openxmlformats.org/officeDocument/2006/relationships/image" Target="../media/image29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1efc8f52e31_2_65"/>
          <p:cNvSpPr txBox="1"/>
          <p:nvPr>
            <p:ph type="ctrTitle"/>
          </p:nvPr>
        </p:nvSpPr>
        <p:spPr>
          <a:xfrm>
            <a:off x="1822267" y="2090700"/>
            <a:ext cx="46539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t-BR" sz="4800"/>
              <a:t>Formando </a:t>
            </a:r>
            <a:endParaRPr sz="4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t-BR" sz="4800"/>
              <a:t>  quem forma </a:t>
            </a:r>
            <a:endParaRPr sz="4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pt-BR" sz="4800"/>
              <a:t>a indústria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g2d5bba5cb6a_9_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3225" y="865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"/>
          <p:cNvSpPr txBox="1"/>
          <p:nvPr/>
        </p:nvSpPr>
        <p:spPr>
          <a:xfrm>
            <a:off x="1884450" y="2729375"/>
            <a:ext cx="9910800" cy="12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pt-BR" sz="30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Aprendizagem Industrial em …</a:t>
            </a:r>
            <a:endParaRPr b="1" sz="30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1"/>
          <p:cNvSpPr txBox="1"/>
          <p:nvPr/>
        </p:nvSpPr>
        <p:spPr>
          <a:xfrm>
            <a:off x="2716856" y="484175"/>
            <a:ext cx="6758288" cy="10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000" u="none" cap="none" strike="noStrike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Sejam bem-vindos ao curso:</a:t>
            </a:r>
            <a:endParaRPr/>
          </a:p>
        </p:txBody>
      </p:sp>
      <p:pic>
        <p:nvPicPr>
          <p:cNvPr id="328" name="Google Shape;328;p1" title="Adesivo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35700" y="4450450"/>
            <a:ext cx="2369124" cy="236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d5bba5cb6a_9_73"/>
          <p:cNvSpPr txBox="1"/>
          <p:nvPr>
            <p:ph type="ctrTitle"/>
          </p:nvPr>
        </p:nvSpPr>
        <p:spPr>
          <a:xfrm>
            <a:off x="1595015" y="442452"/>
            <a:ext cx="9996165" cy="5403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</a:pPr>
            <a:r>
              <a:rPr b="1" lang="pt-BR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Qual função você irá desenvolver ao concluir o curso?  </a:t>
            </a:r>
            <a:br>
              <a:rPr b="1" lang="pt-BR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lang="pt-BR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pt-BR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Executar os processos logísticos dos materiais e produtos, seguindo procedimento interno da empresa, normas e legislação vigente.</a:t>
            </a:r>
            <a:br>
              <a:rPr b="1" lang="pt-BR" sz="18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lang="pt-BR" sz="18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b="1" lang="pt-BR" sz="1800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sz="1800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"/>
          <p:cNvSpPr txBox="1"/>
          <p:nvPr>
            <p:ph type="ctrTitle"/>
          </p:nvPr>
        </p:nvSpPr>
        <p:spPr>
          <a:xfrm>
            <a:off x="2012050" y="0"/>
            <a:ext cx="105861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</a:pPr>
            <a:r>
              <a:rPr b="1" lang="pt-BR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Vamos nos conhecer?</a:t>
            </a:r>
            <a:endParaRPr b="1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9" name="Google Shape;33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7864" y="4772921"/>
            <a:ext cx="1594100" cy="1594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"/>
          <p:cNvSpPr txBox="1"/>
          <p:nvPr/>
        </p:nvSpPr>
        <p:spPr>
          <a:xfrm>
            <a:off x="1693894" y="1186588"/>
            <a:ext cx="9570000" cy="40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000" u="none" cap="none" strike="noStrike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Professor, você escolha uma dinâmica para você realizar com os estudantes para se apresentarem. </a:t>
            </a:r>
            <a:r>
              <a:rPr b="1" i="0" lang="pt-BR" sz="2000" u="none" cap="none" strike="noStrike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Sugestões</a:t>
            </a:r>
            <a:r>
              <a:rPr b="0" i="0" lang="pt-BR" sz="2000" u="none" cap="none" strike="noStrike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:  Formem duplas, e que façam uma entrevista com o colega, perguntando o nome, escola que estuda, cidade, qual empresa que é contratado, se já conheceu a empresa e que fale uma curiosidade sobre si(Ex: Gosta de cozinhar, Ama a série The Big bang, Tem um canal no youtube...). Depois cada colega faz a apresentação daquele que entrevistou.  Registrar através de desenho o que te representa.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"/>
          <p:cNvSpPr txBox="1"/>
          <p:nvPr>
            <p:ph type="ctrTitle"/>
          </p:nvPr>
        </p:nvSpPr>
        <p:spPr>
          <a:xfrm>
            <a:off x="1750793" y="0"/>
            <a:ext cx="10586100" cy="10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</a:pPr>
            <a:r>
              <a:rPr b="1" lang="pt-BR">
                <a:solidFill>
                  <a:srgbClr val="3C78D8"/>
                </a:solidFill>
                <a:latin typeface="Roboto"/>
                <a:ea typeface="Roboto"/>
                <a:cs typeface="Roboto"/>
                <a:sym typeface="Roboto"/>
              </a:rPr>
              <a:t>Atenção às regras:</a:t>
            </a:r>
            <a:endParaRPr b="1">
              <a:solidFill>
                <a:srgbClr val="3C78D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4"/>
          <p:cNvSpPr txBox="1"/>
          <p:nvPr/>
        </p:nvSpPr>
        <p:spPr>
          <a:xfrm>
            <a:off x="1596250" y="1052400"/>
            <a:ext cx="9859200" cy="47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28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·   	</a:t>
            </a:r>
            <a:r>
              <a:rPr lang="pt-BR" sz="19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Vestimenta a ser usada: calça, camiseta e tênis. Não é permitido: miniblusa, regata, chinelo, sandália, crocs, rasteira, tomara que caia.</a:t>
            </a:r>
            <a:endParaRPr sz="190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·   	Traga sempre para às aulas material para registro: caderno e penal com caneta, lápis, borracha (pode ser o mesmo que já utiliza na escola regular).</a:t>
            </a:r>
            <a:endParaRPr sz="190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·   	Não é permitido comer na sala de aula.</a:t>
            </a:r>
            <a:endParaRPr sz="190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·   	O horário do intervalo é de 15 minutos, respeite o esse tempo.</a:t>
            </a:r>
            <a:endParaRPr sz="190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·   	O celular deve estar dentro da mochila no período aula, só deverá ser utilizado com a autorização do professor e no intervalo.</a:t>
            </a:r>
            <a:endParaRPr sz="190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·   	Nenhum estudante pode sair das dependências da instituição no período de aula.</a:t>
            </a:r>
            <a:endParaRPr sz="190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·   	Respeite o horário da aula, chegue sempre no horário.</a:t>
            </a:r>
            <a:endParaRPr sz="1900">
              <a:solidFill>
                <a:srgbClr val="0070C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286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pt-BR" sz="190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·   	O SENAI não fornece lanche, você deve trazer de casa ou comprar na cantina</a:t>
            </a:r>
            <a:r>
              <a:rPr lang="pt-BR" sz="1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 sz="1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"/>
          <p:cNvSpPr txBox="1"/>
          <p:nvPr/>
        </p:nvSpPr>
        <p:spPr>
          <a:xfrm>
            <a:off x="1155812" y="6009639"/>
            <a:ext cx="2620622" cy="698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Selma de Assis Ota Gomes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Orientadora Pedagógica</a:t>
            </a:r>
            <a:endParaRPr/>
          </a:p>
        </p:txBody>
      </p:sp>
      <p:sp>
        <p:nvSpPr>
          <p:cNvPr id="352" name="Google Shape;352;p5"/>
          <p:cNvSpPr txBox="1"/>
          <p:nvPr/>
        </p:nvSpPr>
        <p:spPr>
          <a:xfrm>
            <a:off x="4452257" y="2731458"/>
            <a:ext cx="3098449" cy="698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Priscilla Joyce Vieira do Amaral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Psicóloga Educacional</a:t>
            </a:r>
            <a:endParaRPr/>
          </a:p>
        </p:txBody>
      </p:sp>
      <p:sp>
        <p:nvSpPr>
          <p:cNvPr id="353" name="Google Shape;353;p5"/>
          <p:cNvSpPr txBox="1"/>
          <p:nvPr/>
        </p:nvSpPr>
        <p:spPr>
          <a:xfrm>
            <a:off x="4824682" y="5970140"/>
            <a:ext cx="2353595" cy="698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Lizandra Mebelli Fronza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Técnica Pedagógica</a:t>
            </a:r>
            <a:endParaRPr/>
          </a:p>
        </p:txBody>
      </p:sp>
      <p:sp>
        <p:nvSpPr>
          <p:cNvPr id="354" name="Google Shape;354;p5"/>
          <p:cNvSpPr txBox="1"/>
          <p:nvPr/>
        </p:nvSpPr>
        <p:spPr>
          <a:xfrm>
            <a:off x="8372678" y="2733023"/>
            <a:ext cx="3086566" cy="698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Sandra Regina Zunino Spieweck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Psicopedagoga</a:t>
            </a:r>
            <a:endParaRPr/>
          </a:p>
        </p:txBody>
      </p:sp>
      <p:pic>
        <p:nvPicPr>
          <p:cNvPr descr="Homem em pé em frente a computador&#10;&#10;O conteúdo gerado por IA pode estar incorreto." id="355" name="Google Shape;355;p5"/>
          <p:cNvPicPr preferRelativeResize="0"/>
          <p:nvPr/>
        </p:nvPicPr>
        <p:blipFill rotWithShape="1">
          <a:blip r:embed="rId3">
            <a:alphaModFix/>
          </a:blip>
          <a:srcRect b="29207" l="21102" r="18888" t="26031"/>
          <a:stretch/>
        </p:blipFill>
        <p:spPr>
          <a:xfrm>
            <a:off x="4917726" y="272167"/>
            <a:ext cx="2441100" cy="2427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6" name="Google Shape;356;p5"/>
          <p:cNvSpPr txBox="1"/>
          <p:nvPr/>
        </p:nvSpPr>
        <p:spPr>
          <a:xfrm>
            <a:off x="8501600" y="5970139"/>
            <a:ext cx="2828722" cy="6987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Vanessa Kaleski Giacomozzi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Técnica Pedagógica</a:t>
            </a:r>
            <a:endParaRPr/>
          </a:p>
        </p:txBody>
      </p:sp>
      <p:pic>
        <p:nvPicPr>
          <p:cNvPr descr="Homem em pé em frente a computador&#10;&#10;O conteúdo gerado por IA pode estar incorreto." id="357" name="Google Shape;357;p5"/>
          <p:cNvPicPr preferRelativeResize="0"/>
          <p:nvPr/>
        </p:nvPicPr>
        <p:blipFill rotWithShape="1">
          <a:blip r:embed="rId4">
            <a:alphaModFix/>
          </a:blip>
          <a:srcRect b="51112" l="25283" r="23545" t="11427"/>
          <a:stretch/>
        </p:blipFill>
        <p:spPr>
          <a:xfrm>
            <a:off x="1246499" y="3523827"/>
            <a:ext cx="2305800" cy="22506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Mulher em pé em frente a computador&#10;&#10;O conteúdo gerado por IA pode estar incorreto." id="358" name="Google Shape;358;p5"/>
          <p:cNvPicPr preferRelativeResize="0"/>
          <p:nvPr/>
        </p:nvPicPr>
        <p:blipFill rotWithShape="1">
          <a:blip r:embed="rId5">
            <a:alphaModFix/>
          </a:blip>
          <a:srcRect b="36234" l="26586" r="17914" t="22367"/>
          <a:stretch/>
        </p:blipFill>
        <p:spPr>
          <a:xfrm>
            <a:off x="4644074" y="3523836"/>
            <a:ext cx="2495100" cy="24816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Mulher em pé em frente a computador&#10;&#10;O conteúdo gerado por IA pode estar incorreto." id="359" name="Google Shape;359;p5"/>
          <p:cNvPicPr preferRelativeResize="0"/>
          <p:nvPr/>
        </p:nvPicPr>
        <p:blipFill rotWithShape="1">
          <a:blip r:embed="rId6">
            <a:alphaModFix/>
          </a:blip>
          <a:srcRect b="37777" l="18042" r="21717" t="16985"/>
          <a:stretch/>
        </p:blipFill>
        <p:spPr>
          <a:xfrm>
            <a:off x="8763062" y="3610081"/>
            <a:ext cx="2305800" cy="230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0" name="Google Shape;360;p5"/>
          <p:cNvPicPr preferRelativeResize="0"/>
          <p:nvPr/>
        </p:nvPicPr>
        <p:blipFill rotWithShape="1">
          <a:blip r:embed="rId7">
            <a:alphaModFix/>
          </a:blip>
          <a:srcRect b="42128" l="16525" r="7117" t="2758"/>
          <a:stretch/>
        </p:blipFill>
        <p:spPr>
          <a:xfrm>
            <a:off x="8773850" y="211037"/>
            <a:ext cx="2620500" cy="2522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2020-08-21T14:52:05Z</dcterms:created>
  <dc:creator>MARIA ISABEL NOGUEIRA LO VISCO</dc:creator>
</cp:coreProperties>
</file>