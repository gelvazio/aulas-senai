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4065270a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4065270a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4065270a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4065270a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COMO ORGANIZAR E PROTEGER O COMPUTADOR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256975" y="31214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              André,Lucas e Jhiogo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HARDWARE E SOFTWARE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Hardware: monitor, teclado, mouse, computador e impressora.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Software: Windows, Google Chrome e antimalware.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SLIDE 3 — 3 RISCOS DIGITAIS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1. Malware: manter o antimalware atualizado e evitar arquivos suspeitos.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2. Golpes e phishing: não clicar em links desconhecidos e verificar a origem das mensagens.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3. Perda de dados: realizar backup semanal em local seguro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ORGANIZAÇÃO, BACKUP E CONCLUSÃO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/>
              <a:t>* Organizar os arquivos em pastas.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/>
              <a:t>* Manter os arquivos importantes identificados.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/>
              <a:t>* Fazer backup semanal.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/>
              <a:t>* Usar senhas fortes.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/>
              <a:t>* Manter programas de segurança atualizados.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/>
              <a:t>Conclusão: Com organização, backup e cuidados de segurança, o setor consegue reduzir os riscos 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/>
              <a:t>perda de dados, golpes e problemas no computador.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