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4069c35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4069c35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069c35ca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069c35ca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4069c35ca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4069c35ca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Z5TvnCWPwes" TargetMode="External"/><Relationship Id="rId4" Type="http://schemas.openxmlformats.org/officeDocument/2006/relationships/hyperlink" Target="https://ctrlplay.com.br/hardware-e-software-diferencas/" TargetMode="External"/><Relationship Id="rId5" Type="http://schemas.openxmlformats.org/officeDocument/2006/relationships/hyperlink" Target="https://ctrlplay.com.br/hardware-e-software-diferenca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Organizar e proteger o computador do setor.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Equipe_05: Ana Lívia Lima do Nascimento, Flávia Layane da Sila e Yorbelis del valle R.L.R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342300"/>
            <a:ext cx="7030500" cy="999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Hardware e Software encontrados no Setor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761100" y="1113325"/>
            <a:ext cx="8115900" cy="13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688"/>
              <a:buNone/>
            </a:pPr>
            <a:r>
              <a:rPr lang="pt-BR" sz="163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que é Hardware no Setor</a:t>
            </a:r>
            <a:endParaRPr sz="163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688"/>
              <a:buNone/>
            </a:pP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hardware é toda a parte física e tangível que você consegue tocar em um ambiente de trabalho. [</a:t>
            </a:r>
            <a:r>
              <a:rPr lang="pt-BR" sz="145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pt-BR" sz="145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5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Roboto"/>
              <a:buChar char="●"/>
            </a:pPr>
            <a:r>
              <a:rPr b="1"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Computadores e gabinetes: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 estrutura central que guarda o processador e a memória.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Roboto"/>
              <a:buChar char="●"/>
            </a:pPr>
            <a:r>
              <a:rPr b="1"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Periféricos de entrada: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Teclado e mouse usados para digitar e comandar a máquina.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Roboto"/>
              <a:buChar char="●"/>
            </a:pPr>
            <a:r>
              <a:rPr b="1"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Periféricos de saída: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Monitor e impressoras para visualizar e retirar documentos.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Roboto"/>
              <a:buChar char="●"/>
            </a:pPr>
            <a:r>
              <a:rPr b="1"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Armazenamento:</a:t>
            </a: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Discos rígidos (HD) e unidades de estado sólido (SSD)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que é Software no Setor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software é a parte lógica, formada pelos programas e sistemas que dão as instruções para o hardware funcionar.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Sistemas operacionais:</a:t>
            </a: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Como o Windows, que gerencia todo o computador.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Aplicativos de escritório:</a:t>
            </a: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Editores de texto e planilhas como o Word e o Excel.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Sistemas específicos:</a:t>
            </a: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Softwares próprios usados pelo setor para gerenciar dados e tarefas.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Roboto"/>
              <a:buChar char="●"/>
            </a:pPr>
            <a:r>
              <a:t/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21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Três riscos digitais e como evitá-los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797850" y="1466025"/>
            <a:ext cx="8042400" cy="26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Phishing (Golpes por mensagens e links falsos)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770"/>
              <a:buNone/>
            </a:pP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b="1"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phishing</a:t>
            </a: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acontece quando criminosos fingem ser empresas confiáveis para roubar seus dados. Eles enviam e-mails, SMS ou mensagens falsas com links urgentes ou prêmios fáceis</a:t>
            </a:r>
            <a:endParaRPr sz="12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Roubo de senha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770"/>
              <a:buNone/>
            </a:pP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b="1"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roubo de senha</a:t>
            </a: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ocorre quando invasores descobrem ou adivinham suas credenciais de acesso para entrar em contas de e-mail, bancos ou redes sociais</a:t>
            </a:r>
            <a:endParaRPr sz="12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lang="pt-BR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Malware (Softwares maliciosos)</a:t>
            </a:r>
            <a:endParaRPr sz="14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770"/>
              <a:buNone/>
            </a:pP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b="1"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malware</a:t>
            </a:r>
            <a:r>
              <a:rPr lang="pt-BR" sz="12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é um programa indesejado instalado no seu aparelho que pode roubar informações ou danificar o sistema. Isso geralmente acontece ao baixar arquivos piratas ou clicar em anexos suspeitos</a:t>
            </a:r>
            <a:endParaRPr sz="12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90525" y="178400"/>
            <a:ext cx="89892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Rotina de </a:t>
            </a:r>
            <a:r>
              <a:rPr lang="pt-BR">
                <a:solidFill>
                  <a:schemeClr val="lt1"/>
                </a:solidFill>
              </a:rPr>
              <a:t>backup e conclusão da equipe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438375" y="772025"/>
            <a:ext cx="7309500" cy="3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275"/>
              <a:buNone/>
            </a:pPr>
            <a:r>
              <a:rPr lang="pt-BR" sz="157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pt-BR" sz="117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otina de Backup</a:t>
            </a:r>
            <a:endParaRPr sz="117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Regra 3-2-1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Mantenha três cópias dos dados em dois tipos de mídia diferentes, com pelo menos uma cópia guardada fora do local de trabalho (nuvem ou disco externo).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Automação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Utilize ferramentas em nuvem ou softwares dedicados para que as cópias ocorram sem depender de ação manual.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Testes periódicos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Simule a restauração de arquivos de vez em quando para garantir que o backup está funcionando corretamente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2100"/>
              </a:spcBef>
              <a:spcAft>
                <a:spcPts val="0"/>
              </a:spcAft>
              <a:buSzPts val="275"/>
              <a:buNone/>
            </a:pPr>
            <a:r>
              <a:rPr lang="pt-BR" sz="117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Conclusão e Encerramento da Equipe</a:t>
            </a:r>
            <a:endParaRPr sz="117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Entrega de materiais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Reúna todos os entregáveis finais e salve-os na pasta oficial do projeto.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Documentação de aprendizados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Registre o que deu certo, os problemas encontrados e as soluções aplicadas para os próximos projetos.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Revogação de acessos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Atualize as permissões de pastas e ferramentas, removendo acessos que não são mais necessários para proteger os dados da empresa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2100"/>
              </a:spcBef>
              <a:spcAft>
                <a:spcPts val="0"/>
              </a:spcAft>
              <a:buSzPts val="275"/>
              <a:buNone/>
            </a:pPr>
            <a:r>
              <a:rPr lang="pt-BR" sz="117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Conclusão e Encerramento da Equipe</a:t>
            </a:r>
            <a:endParaRPr sz="117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Entrega de materiais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Reúna todos os entregáveis finais e salve-os na pasta oficial do projeto.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Documentação de aprendizados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Registre o que deu certo, os problemas encontrados e as soluções aplicadas para os próximos projetos.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Revogação de acessos</a:t>
            </a:r>
            <a:r>
              <a:rPr lang="pt-BR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Atualize as permissões de pastas e ferramentas, removendo acessos que não são mais necessários para proteger os dados da empresa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21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7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