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57">
          <p15:clr>
            <a:srgbClr val="747775"/>
          </p15:clr>
        </p15:guide>
        <p15:guide id="2" pos="29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57" orient="horz"/>
        <p:guide pos="29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40649d0e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40649d0e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40649d0e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40649d0e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40649d0e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40649d0e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8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relâmpago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23400" y="4454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Guilherme, Eduardo C. Caio Cabral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958850" y="241225"/>
            <a:ext cx="6991200" cy="8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7715B9"/>
                </a:solidFill>
              </a:rPr>
              <a:t>hardware e software encontrados no setores </a:t>
            </a:r>
            <a:endParaRPr>
              <a:solidFill>
                <a:srgbClr val="7715B9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796800"/>
            <a:ext cx="8520600" cy="43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hardware:Monitor: mostra imagens e informações.</a:t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 Teclado: serve para digitar.</a:t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●"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Mouse: ajuda a controlar o computador.</a:t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●"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Computador/CPU: executa os programas e tarefas</a:t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software:</a:t>
            </a: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 </a:t>
            </a: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Windows: sistema que controla o computador.</a:t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 Google Chrome: programa usado para acessar a internet.</a:t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 Antivírus: ajuda a proteger o computador contra ameaças.</a:t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>
                <a:solidFill>
                  <a:srgbClr val="0D0D0D"/>
                </a:solidFill>
                <a:highlight>
                  <a:srgbClr val="FFFFFF"/>
                </a:highlight>
              </a:rPr>
              <a:t>3 Riscos Digitais</a:t>
            </a:r>
            <a:r>
              <a:rPr lang="pt-BR" sz="2300"/>
              <a:t> </a:t>
            </a:r>
            <a:endParaRPr sz="23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V</a:t>
            </a: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írus e malware</a:t>
            </a:r>
            <a:r>
              <a:rPr lang="pt-BR">
                <a:solidFill>
                  <a:schemeClr val="dk1"/>
                </a:solidFill>
              </a:rPr>
              <a:t> soluções </a:t>
            </a: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 usar antivírus e manter o sistema atualizado</a:t>
            </a:r>
            <a:r>
              <a:rPr lang="pt-BR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Golpes e links falsos</a:t>
            </a:r>
            <a:r>
              <a:rPr lang="pt-BR">
                <a:solidFill>
                  <a:schemeClr val="dk1"/>
                </a:solidFill>
              </a:rPr>
              <a:t> soluções </a:t>
            </a: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 não clicar em links suspeitos</a:t>
            </a:r>
            <a:r>
              <a:rPr lang="pt-BR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Roubo de senhas</a:t>
            </a:r>
            <a:r>
              <a:rPr lang="pt-BR">
                <a:solidFill>
                  <a:schemeClr val="dk1"/>
                </a:solidFill>
              </a:rPr>
              <a:t> soluções </a:t>
            </a:r>
            <a:r>
              <a:rPr lang="pt-BR">
                <a:solidFill>
                  <a:srgbClr val="0D0D0D"/>
                </a:solidFill>
                <a:highlight>
                  <a:srgbClr val="FFFFFF"/>
                </a:highlight>
              </a:rPr>
              <a:t>usar senhas fortes e autenticação em dois fatores.</a:t>
            </a:r>
            <a:r>
              <a:rPr lang="pt-BR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D0D0D"/>
                </a:solidFill>
                <a:highlight>
                  <a:srgbClr val="FFFFFF"/>
                </a:highlight>
              </a:rPr>
              <a:t>Organização, Backup e Conclusão</a:t>
            </a:r>
            <a:r>
              <a:rPr lang="pt-BR" sz="1800"/>
              <a:t> </a:t>
            </a:r>
            <a:endParaRPr sz="31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19700" y="1081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D0D0D"/>
                </a:solidFill>
                <a:highlight>
                  <a:srgbClr val="FFFFFF"/>
                </a:highlight>
              </a:rPr>
              <a:t>Organizar arquivos em pastas.</a:t>
            </a:r>
            <a:r>
              <a:rPr lang="pt-BR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D0D0D"/>
                </a:solidFill>
                <a:highlight>
                  <a:srgbClr val="FFFFFF"/>
                </a:highlight>
              </a:rPr>
              <a:t>azer backup dos arquivos importantes.</a:t>
            </a:r>
            <a:r>
              <a:rPr lang="pt-BR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D0D0D"/>
                </a:solidFill>
                <a:highlight>
                  <a:srgbClr val="FFFFFF"/>
                </a:highlight>
              </a:rPr>
              <a:t>Proteger senhas e informações.</a:t>
            </a:r>
            <a:r>
              <a:rPr lang="pt-BR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700">
                <a:solidFill>
                  <a:srgbClr val="0D0D0D"/>
                </a:solidFill>
                <a:highlight>
                  <a:srgbClr val="FFFFFF"/>
                </a:highlight>
              </a:rPr>
              <a:t>Conclusão: cuidar do computador evita perda de arquivos, golpes e outros problemas</a:t>
            </a:r>
            <a:r>
              <a:rPr lang="pt-BR" sz="1200">
                <a:solidFill>
                  <a:srgbClr val="0D0D0D"/>
                </a:solidFill>
                <a:highlight>
                  <a:srgbClr val="FFFFFF"/>
                </a:highlight>
              </a:rPr>
              <a:t>.</a:t>
            </a:r>
            <a:r>
              <a:rPr lang="pt-BR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