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Lobster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Lobster-regular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067509f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067509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4067509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4067509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4067509f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4067509f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476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</a:rPr>
              <a:t> </a:t>
            </a:r>
            <a:r>
              <a:rPr lang="pt-BR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MISSÃO DIGITAL: SEGURANÇA E TECNOLOGIA</a:t>
            </a:r>
            <a:endParaRPr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00250"/>
            <a:ext cx="85206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EQUIPE: Heloisa, Emily S. e Kleiton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220">
                <a:latin typeface="Lobster"/>
                <a:ea typeface="Lobster"/>
                <a:cs typeface="Lobster"/>
                <a:sym typeface="Lobster"/>
              </a:rPr>
              <a:t>Hardware e Software</a:t>
            </a:r>
            <a:endParaRPr sz="322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698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Hardware</a:t>
            </a:r>
            <a:endParaRPr sz="16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</a:rPr>
              <a:t>É a parte física do notebook</a:t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solidFill>
                <a:srgbClr val="0D0D0D"/>
              </a:solidFill>
              <a:highlight>
                <a:srgbClr val="FFFFFF"/>
              </a:highlight>
              <a:latin typeface="Lobster"/>
              <a:ea typeface="Lobster"/>
              <a:cs typeface="Lobster"/>
              <a:sym typeface="Lobster"/>
            </a:endParaRPr>
          </a:p>
          <a:p>
            <a:pPr indent="-304165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</a:rPr>
              <a:t>Computadores</a:t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</a:rPr>
              <a:t>Teclado e mouse</a:t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</a:rPr>
              <a:t>Impressora</a:t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</a:rPr>
              <a:t>Roteador</a:t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Software</a:t>
            </a:r>
            <a:endParaRPr sz="1600">
              <a:solidFill>
                <a:srgbClr val="0D0D0D"/>
              </a:solidFill>
              <a:highlight>
                <a:srgbClr val="FFFFFF"/>
              </a:highlight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</a:rPr>
              <a:t>É a parte que não dá para tocar</a:t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299720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pt-BR" sz="1318">
                <a:solidFill>
                  <a:srgbClr val="0D0D0D"/>
                </a:solidFill>
                <a:highlight>
                  <a:srgbClr val="FFFFFF"/>
                </a:highlight>
              </a:rPr>
              <a:t>Sistema operacional</a:t>
            </a:r>
            <a:endParaRPr sz="13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pt-BR" sz="1318">
                <a:solidFill>
                  <a:srgbClr val="0D0D0D"/>
                </a:solidFill>
                <a:highlight>
                  <a:srgbClr val="FFFFFF"/>
                </a:highlight>
              </a:rPr>
              <a:t>Navegador</a:t>
            </a:r>
            <a:endParaRPr sz="13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pt-BR" sz="1318">
                <a:solidFill>
                  <a:srgbClr val="0D0D0D"/>
                </a:solidFill>
                <a:highlight>
                  <a:srgbClr val="FFFFFF"/>
                </a:highlight>
              </a:rPr>
              <a:t>Editor de textos</a:t>
            </a:r>
            <a:endParaRPr sz="13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91071"/>
              <a:buChar char="●"/>
            </a:pPr>
            <a:r>
              <a:rPr lang="pt-BR" sz="1318">
                <a:solidFill>
                  <a:srgbClr val="0D0D0D"/>
                </a:solidFill>
                <a:highlight>
                  <a:srgbClr val="FFFFFF"/>
                </a:highlight>
              </a:rPr>
              <a:t>Antivíru</a:t>
            </a: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s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2" name="Google Shape;62;p14" title="Softare e Hardwar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475" y="805501"/>
            <a:ext cx="4787775" cy="331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220">
                <a:latin typeface="Lobster"/>
                <a:ea typeface="Lobster"/>
                <a:cs typeface="Lobster"/>
                <a:sym typeface="Lobster"/>
              </a:rPr>
              <a:t>Riscos Digitais</a:t>
            </a:r>
            <a:endParaRPr sz="322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508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🔑 </a:t>
            </a: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Senhas fracas:</a:t>
            </a: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 podem ser descobertas facilmente.</a:t>
            </a:r>
            <a:b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Como evitar: use senhas fortes, únicas e não compartilhe com outras pessoas.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🎣 </a:t>
            </a: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Phishing:</a:t>
            </a: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 mensagens falsas tentam roubar senhas ou dados.</a:t>
            </a:r>
            <a:b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Como evitar: confira o remetente e não clique em links suspeitos.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🦠 </a:t>
            </a:r>
            <a:r>
              <a:rPr lang="pt-BR" sz="14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Malware</a:t>
            </a:r>
            <a:r>
              <a:rPr b="1" lang="pt-BR" sz="14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:</a:t>
            </a: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 programas maliciosos podem danificar o computador ou roubar informações.</a:t>
            </a:r>
            <a:b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</a:b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Como evitar: mantenha o antivírus e o sistema sempre atualizados.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Hack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397601" y="1565415"/>
            <a:ext cx="3583974" cy="2012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220">
                <a:latin typeface="Lobster"/>
                <a:ea typeface="Lobster"/>
                <a:cs typeface="Lobster"/>
                <a:sym typeface="Lobster"/>
              </a:rPr>
              <a:t>Arquivos, backup e Conclusão</a:t>
            </a:r>
            <a:endParaRPr sz="322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87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4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Organização</a:t>
            </a:r>
            <a:endParaRPr b="1" sz="1400">
              <a:solidFill>
                <a:srgbClr val="0D0D0D"/>
              </a:solidFill>
              <a:highlight>
                <a:srgbClr val="FFFFFF"/>
              </a:highlight>
              <a:latin typeface="Lobster"/>
              <a:ea typeface="Lobster"/>
              <a:cs typeface="Lobster"/>
              <a:sym typeface="Lobster"/>
            </a:endParaRPr>
          </a:p>
          <a:p>
            <a:pPr indent="-304800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Criar pastas por assunto/data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Usar nomes claros nos arquivos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4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Backup</a:t>
            </a:r>
            <a:endParaRPr b="1" sz="1400">
              <a:solidFill>
                <a:srgbClr val="0D0D0D"/>
              </a:solidFill>
              <a:highlight>
                <a:srgbClr val="FFFFFF"/>
              </a:highlight>
              <a:latin typeface="Lobster"/>
              <a:ea typeface="Lobster"/>
              <a:cs typeface="Lobster"/>
              <a:sym typeface="Lobster"/>
            </a:endParaRPr>
          </a:p>
          <a:p>
            <a:pPr indent="-304800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Manter uma cópia em nuvem ou dispositivo externo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Fazer backups regularmente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4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  <a:t>Conclusão:</a:t>
            </a:r>
            <a:br>
              <a:rPr b="1" lang="pt-BR" sz="1400">
                <a:solidFill>
                  <a:srgbClr val="0D0D0D"/>
                </a:solidFill>
                <a:highlight>
                  <a:srgbClr val="FFFFFF"/>
                </a:highlight>
                <a:latin typeface="Lobster"/>
                <a:ea typeface="Lobster"/>
                <a:cs typeface="Lobster"/>
                <a:sym typeface="Lobster"/>
              </a:rPr>
            </a:b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“Tecnologia segura depende de organização, atenção e bons hábitos.”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backu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975" y="1222075"/>
            <a:ext cx="3655200" cy="250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