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6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406833d8e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406833d8e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406833d8e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406833d8e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406833d8e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406833d8e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406833d8e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406833d8e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406833d8e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406833d8e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1096950" y="-41875"/>
            <a:ext cx="7750200" cy="14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Como organizar e proteger o computador do setor</a:t>
            </a:r>
            <a:endParaRPr sz="30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</p:txBody>
      </p:sp>
      <p:sp>
        <p:nvSpPr>
          <p:cNvPr id="278" name="Google Shape;278;p13"/>
          <p:cNvSpPr txBox="1"/>
          <p:nvPr>
            <p:ph idx="1" type="body"/>
          </p:nvPr>
        </p:nvSpPr>
        <p:spPr>
          <a:xfrm>
            <a:off x="1208550" y="19329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550" y="1371725"/>
            <a:ext cx="7030499" cy="3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424250" y="404250"/>
            <a:ext cx="7788000" cy="11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100">
                <a:solidFill>
                  <a:srgbClr val="0D0D0D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Nossa missã</a:t>
            </a:r>
            <a:r>
              <a:rPr b="0" lang="pt-BR" sz="3000">
                <a:solidFill>
                  <a:srgbClr val="0D0D0D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o</a:t>
            </a:r>
            <a:endParaRPr b="0" sz="3000">
              <a:solidFill>
                <a:srgbClr val="0D0D0D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215900" y="1423900"/>
            <a:ext cx="8342100" cy="28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Nossa missão é organizar o computador do setor, proteger os arquivos e evitar riscos digitais. Para isso, vamos apresentar formas simples de manter os equipamentos, programas e informações mais seguros.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Equipe: Anna Maria, João Pedro, João Lucas 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286" name="Google Shape;286;p14"/>
          <p:cNvCxnSpPr/>
          <p:nvPr/>
        </p:nvCxnSpPr>
        <p:spPr>
          <a:xfrm>
            <a:off x="5899050" y="1179800"/>
            <a:ext cx="0" cy="1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21225" y="7206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7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Hardware e Software</a:t>
            </a:r>
            <a:endParaRPr b="0" sz="17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275100" y="1300950"/>
            <a:ext cx="2938800" cy="24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Hardware 🖥️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Monitor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Teclado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Mouse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Notebook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Impressora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Headset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563750" y="2766475"/>
            <a:ext cx="36789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1976025" y="1457875"/>
            <a:ext cx="3312900" cy="24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Software 💻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Sistema operacional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Navegador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Editor de textos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Antivírus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295" name="Google Shape;2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20624"/>
            <a:ext cx="4406550" cy="34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700">
                <a:solidFill>
                  <a:srgbClr val="0D0D0D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b="0" lang="pt-BR" sz="2200">
                <a:solidFill>
                  <a:srgbClr val="0D0D0D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Riscos Digitais</a:t>
            </a:r>
            <a:endParaRPr b="0" sz="2200">
              <a:solidFill>
                <a:srgbClr val="0D0D0D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0D0D0D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1" name="Google Shape;301;p16"/>
          <p:cNvSpPr txBox="1"/>
          <p:nvPr>
            <p:ph idx="1" type="body"/>
          </p:nvPr>
        </p:nvSpPr>
        <p:spPr>
          <a:xfrm>
            <a:off x="24025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D0D0D"/>
                </a:solidFill>
                <a:highlight>
                  <a:srgbClr val="FFFFFF"/>
                </a:highlight>
                <a:latin typeface="Maven Pro"/>
                <a:ea typeface="Maven Pro"/>
                <a:cs typeface="Maven Pro"/>
                <a:sym typeface="Maven Pro"/>
              </a:rPr>
              <a:t>Vírus e malware</a:t>
            </a:r>
            <a:r>
              <a:rPr b="1" lang="pt-BR" sz="15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                                    </a:t>
            </a:r>
            <a:endParaRPr b="1"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Usar antivírus atualizado.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Senhas fracas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Criar senhas fortes e não compartilhá-las.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Golpes e phishing</a:t>
            </a:r>
            <a:r>
              <a:rPr b="1" lang="pt-B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6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Não clicar em links suspeitos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800" y="935700"/>
            <a:ext cx="4869601" cy="36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>
            <p:ph type="title"/>
          </p:nvPr>
        </p:nvSpPr>
        <p:spPr>
          <a:xfrm>
            <a:off x="1268925" y="6857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1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Organização e Conclusão</a:t>
            </a:r>
            <a:endParaRPr b="0" sz="21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354525" y="15916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Organizar arquivos</a:t>
            </a:r>
            <a:endParaRPr b="1" sz="14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Criar pastas.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Usar nomes claros.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fazer</a:t>
            </a:r>
            <a:r>
              <a:rPr b="1" lang="pt-BR" sz="15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backup</a:t>
            </a:r>
            <a:endParaRPr b="1" sz="15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058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Fazer cópias dos arquivos semanalmente.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Guardar em local seguro.</a:t>
            </a:r>
            <a:endParaRPr sz="1200">
              <a:solidFill>
                <a:srgbClr val="0D0D0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354525" y="2958250"/>
            <a:ext cx="122100" cy="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0" name="Google Shape;3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600" y="273950"/>
            <a:ext cx="4722401" cy="47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