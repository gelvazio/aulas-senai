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Reforço de Linguagens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Rio do Sul Mais Tech · SENAI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Prefeitura Municipal de Rio do Sul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RIO DO SUL MAIS TECH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261"/>
                </a:solidFill>
              </a:rPr>
              <a:t>SENAI · Iniciação Profissional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Formando jovens talentos para o mundo do trabalho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A261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Identificação da Unidade Curricular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Informação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Unidade Curricular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Reforço de Linguagens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Programa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Rio do Sul Mais Tech — SENAI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Carga Horária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63 horas presenciais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Modalidade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Presencial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Público-alvo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8° e 9° anos do ensino fundamental (12–15 anos)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Início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19/02/2026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Apresentação do Professor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2286000"/>
          </a:xfrm>
          <a:prstGeom prst="rect">
            <a:avLst/>
          </a:prstGeom>
          <a:solidFill>
            <a:srgbClr val="40916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1887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👤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</a:rPr>
              <a:t>[Nome do Professor]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1A"/>
                </a:solidFill>
              </a:rPr>
              <a:t>[Formação · Especialidade · Experiência]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Dinâmica de Apresentação — Avião de Papel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✏️ Cada aluno escreve em um papel: nome, escola, uma coisa que gosta de ler e uma palavra favorita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✈️ Dobra o papel em formato de avião de papel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🚀 Todos jogam o avião ao mesmo tempo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📄 Cada um pega o avião que cair mais perto e apresenta a pessoa para a turma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🎯 Objetivo: conhecer os colegas e começar a falar sobre leitura de forma leve e divertida!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Plano de Ensino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⏱️ Carga Horária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63 horas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📅 Encontros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~32 encontros de 2h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402336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🗓️ Dias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Segunda a Sexta-feira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2697480"/>
            <a:ext cx="402336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📍 Local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246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LabTEC (Ceplas, Roberto Machado, Aníbal de Barba)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Capacidades Técnicas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Organizar informações de forma clara e objetiva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Desenvolver autonomia nos estudos e na produção textual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Exercitar o pensamento crítico na leitura e interpretação de textos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Colaborar em trabalhos em grupo com responsabilidade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Comunicar-se de forma assertiva e respeitosa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Cumprir prazos e entregar produções com qualidade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Capacidades Socioemocionais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Responsabilidade: compromisso com as tarefas e prazos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Colaboração: trabalhar em equipe valorizando as contribuições de todos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Respeito à diversidade de opiniões: ouvir com atenção e empatia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Perseverança: persistir mesmo diante das dificuldades de leitura e escrita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Autoconfiança: acreditar na própria capacidade de aprender e evoluir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Conhecimentos I — Leitura e Compreensão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Compreensão global: entender o sentido geral do texto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Compreensão detalhada: identificar informações específicas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Tema do texto: sobre o que o texto trata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Ideia principal: a mensagem mais importante do autor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Intenção comunicativa: por que o texto foi escrito (informar, convencer, entreter)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Inferências: ler nas entrelinhas o que o texto sugere sem dizer diretamente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Conhecimentos II — Produção Textual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Estrutura do parágrafo: frase-tema, desenvolvimento e fecho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Regra de uma ideia por parágrafo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Coesão textual: conectivos que ligam as ideias (mas, porém, então, portanto)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Coerência textual: manter lógica e consistência ao longo do texto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Paragrafação: como organizar as ideias em blocos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Passo a passo da produção: planejar → rascunhar → revisar → passar a limpo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Conhecimentos III — Gramática e Comunicação Oral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Pontuação: vírgula, ponto final, ponto e vírgula, dois pontos — usos e exemplos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Concordância verbal: sujeito e verbo concordam em número e pessoa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Concordância nominal: adjetivo concorda com o substantivo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Fala vs. Escrita: diferenças de registro e quando usar linguagem formal ou informal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Apresentação oral: estrutura, postura, contato visual e volume de voz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Argumentação oral: tese, argumentos e conclusão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Combinados e Regras da Sala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📱 Celular: usar apenas quando autorizado pelo professor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🤫 Respeito: ouvir quem está falando, sem interrupções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⏰ Pontualidade: chegar no horário e avisar quando precisar sair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📚 Material: trazer caderno, caneta e disposição para aprender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🤝 Colaboração: ajudar os colegas e não copiar o trabalho de ninguém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🗣️ Participação: toda opinião é bem-vinda — fale com respeito!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Sistema de Avaliação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828800" cy="22860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Nota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Atividades e exercícios em sala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828800" cy="22860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Nota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68880" y="16916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Produção textual individual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828800" cy="22860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Nota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6916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Apresentação oral / trabalho em grupo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1005840"/>
            <a:ext cx="1828800" cy="22860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Nota 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16916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Situação de Aprendizagem (projeto final)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566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✅  Frequência mínima: 75%     |     ✅  Nota mínima para aprovação: 7,0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Avaliação de Comportamento e Atitude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🤝 Respeito com colegas, professor e espaço do LabTEC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📋 Participação ativa nas atividades e dinâmicas de aula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⏰ Pontualidade e presença nas aulas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📚 Cuidado e responsabilidade com materiais da escola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🗣️ Comunicação respeitosa — discordâncias são bem-vindas com educação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⚠️ Comportamentos inadequados impactam a nota de avaliação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Situação de Aprendizagem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"Produzir e apresentar um texto sobre um tema do cotidiano, defendendo seu ponto de vista"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📖 Pesquisar o tema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✏️ Planejar e redigir o texto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🔍 Revisar com checklist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🗣️ Apresentar oralmente para a turma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MÓDULO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261"/>
                </a:solidFill>
              </a:rPr>
              <a:t>Leitura e Compreensão Textual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A261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Tipos de Texto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69164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Narrativo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Conta uma história com personagens, tempo e lugar.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Ex: contos, romances, fábulas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69164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Descritivo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14630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Descreve características de pessoas, lugares ou objetos.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Ex: resenha, cardápio, ficha técnica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4114800" cy="169164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Argumentativo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3832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Defende uma ideia com argumentos e evidências.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Ex: redação, artigo de opinião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880360"/>
            <a:ext cx="4114800" cy="169164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Instrucional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33832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Ensina como fazer algo passo a passo.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Ex: receitas, manuais, tutoriais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Leitura Global vs. Leitura Detalhada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4747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261"/>
                </a:solidFill>
              </a:rPr>
              <a:t>📖 Leitura Global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Ler para ter uma ideia geral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Passar os olhos pelo texto inteiro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Identificar o assunto principal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Quando usar: antes de estudar, para escolher o que ler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🎯 "Do que trata esse texto?"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347472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261"/>
                </a:solidFill>
              </a:rPr>
              <a:t>🔍 Leitura Detalhada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Ler para entender profundamente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Ler parágrafo por parágrafo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Grifar informações importantes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Quando usar: prova, pesquisa, redação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🎯 "O que exatamente o texto diz?"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Identificando o Tema do Texto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🔎 O que é tema? É o ASSUNTO central do texto — sobre o que ele fala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📌 Como encontrar o tema: pergunte "Sobre o que este texto trata?"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💡 Dica: o tema costuma aparecer no título, na primeira frase ou repetido ao longo do texto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✏️ Exercício: leia o parágrafo abaixo e identifique o tema: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"A reciclagem é fundamental para reduzir o lixo nos aterros. Com pequenas atitudes no dia a dia, todos podem contribuir para um planeta mais limpo."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TEMA: Importância da reciclagem para o meio ambiente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Ideia Principal vs. Ideias Secundárias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Exemplo de parágrafo: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"Os jovens passam cada vez mais tempo nas redes sociais. Isso pode causar problemas de sono e ansiedade. Por outro lado, as redes facilitam a comunicação e o acesso à informação."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4114800" cy="219456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⭐ Ideia Principal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Os jovens passam cada vez mais tempo nas redes sociais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→ É o ponto central do parágrafo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4114800" cy="219456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331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📎 Ideias Secundárias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Problemas de sono e ansiedade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Facilita comunicação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Acesso à informação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→ Complementam e desenvolvem a ideia principal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Intenção Comunicativa — Por que o texto foi escrito?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📰 INFORMAR: transmitir dados e fatos (notícia, artigo científico, manual)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🗣️ CONVENCER: persuadir o leitor a pensar ou agir de certa forma (artigo de opinião, publicidade)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😄 ENTRETER: causar prazer, emoção ou humor no leitor (conto, crônica, charge)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📋 INSTRUIR: ensinar a fazer algo (receita, tutorial, regulamento)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💡 Como identificar: observe o vocabulário, o tom do texto e o tipo de conteúdo apresentado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✏️ Prática: classifique — uma bula de remédio instrui ou informa? (pode fazer as duas coisas!)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Fazendo Inferências — Ler nas Entrelinhas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🤔 Inferir = concluir algo que o texto sugere mas não diz explicitamente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🔍 O autor espera que o leitor use conhecimento de mundo + o que está no texto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📌 Exemplo (tirinha): um personagem sai de casa com guarda-chuva → inferimos que está chovendo ou que ele prevê chuva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✅ Passos para inferir: 1) Leia com atenção; 2) Pergunte "o que isso sugere?"; 3) Relacione com o que você já sabe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⚠️ Cuidado: inferências precisam ter base no texto — não podem ser "invenção"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✏️ Prática: "Pedro entrou no banheiro com a mochila de ginástica." → O que podemos inferir?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MÓDULO 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261"/>
                </a:solidFill>
              </a:rPr>
              <a:t>Produção Textual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A261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 que é um Parágrafo?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34747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1. Frase-Tema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Apresenta a ideia principal do parágrafo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"A leitura melhora o vocabulário e a escrita."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51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2. Desenvolvimento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Explica, exemplifica ou argumenta sobre a ideia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"Quem lê com frequência aprende novas palavras e expressa as ideias com mais clareza."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51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3. Fecho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Conclui ou reforça a ideia do parágrafo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"Por isso, ler regularmente é um hábito essencial para a vida."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</a:rPr>
              <a:t>⚠️ Regra de ouro: 1 parágrafo = 1 ideia principal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Coesão Textual — Ligando as Ideias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🔗 Coesão = o "fio invisível" que liga as frases e os parágrafos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📌 ADIÇÃO: além disso, também, e, ainda → acrescenta informação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⚡ CONTRASTE: mas, porém, no entanto, contudo → indica oposição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➡️ CAUSA/EFEITO: porque, portanto, assim, por isso → indica relação causal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📋 SEQUÊNCIA: primeiro, depois, em seguida, finalmente → indica ordem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✏️ Exercício: ligue as frases com o conectivo correto: "Estudei muito. ___ fui bem na prova." → PORTANTO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Coerência Textual — Texto com Sentido Lógico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4747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</a:rPr>
              <a:t>✅ Texto COERENTE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"O Brasil é um país tropical. Por isso, as temperaturas são altas na maior parte do ano. Em muitas regiões, o verão traz chuvas intensas."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</a:rPr>
              <a:t>→ As ideias se conectam e fazem sentido entre si.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347472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</a:rPr>
              <a:t>❌ Texto INCOERENTE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"O Brasil é um país tropical. Os pinguins adoram o frio da Antártida. Por isso, no Brasil cai muita neve."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</a:rPr>
              <a:t>→ As ideias se contradizem e não têm lógica.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Passo a Passo da Produção Textual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32004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Planejar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Defina o tema, o objetivo e organize as ideias antes de escrever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1920240" cy="320040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Rascunhar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96312" y="22860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Escreva sem medo de errar — o importante é colocar as ideias no papel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960120"/>
            <a:ext cx="1920240" cy="32004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Revisar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72584" y="22860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Leia, corrija erros de ortografia, gramática e verifique a coerência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03136" y="960120"/>
            <a:ext cx="1920240" cy="320040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03136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Passar a Limpo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48856" y="22860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Escreva a versão final com capricho e clareza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</a:rPr>
              <a:t>✅ Checklist de revisão: ortografia · coerência · coesão · paragrafação · intenção comunicativa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MÓDULO 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261"/>
                </a:solidFill>
              </a:rPr>
              <a:t>Gramática Aplicada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A261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Pontuação — Usos e Exemplos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173736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</a:rPr>
              <a:t>  ,  Vírgula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Separa itens de uma lista ou oração explicativa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"Comprei pão, leite, ovos e queijo."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69080" cy="173736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058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</a:rPr>
              <a:t>  .  Ponto Final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150876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Finaliza uma frase declarativa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"A leitura abre portas."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4069080" cy="173736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718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</a:rPr>
              <a:t>  ;  Ponto e Vírgula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Separa ideias relacionadas, mas independentes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"Ele estudou muito; ela descansou."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926080"/>
            <a:ext cx="4069080" cy="173736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9718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</a:rPr>
              <a:t>  :  Dois Pontos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347472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Introduz uma explicação, lista ou citação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"Havia três erros: ortografia, coerência e coesão."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Concordância Verbal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</a:rPr>
              <a:t>📌 Regra: o verbo deve concordar em número e pessoa com o sujeito da oração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Correto ✅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Incorreto ❌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Sujeito singular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"O aluno leu o livro."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"O aluno leram o livro."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Sujeito plural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"Os alunos leram o livro."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"Os alunos leu o livro."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Sujeito composto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"João e Maria foram ao LabTEC."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"João e Maria foi ao LabTEC."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1ª pessoa plural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"Nós estudamos muito."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"Nós estudou muito."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Concordância Nominal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📌 Regra: o adjetivo (e outros modificadores) concorda em gênero e número com o substantivo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✅ Correto: "As alunas dedicadas aprovaram." (feminino plural)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❌ Incorreto: "As alunas dedicado aprovaram."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✅ Correto: "O aluno dedicado foi aprovado." (masculino singular)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⚠️ Erros comuns: "Elas estão cansado." → ERRADO: "Elas estão cansadas."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✏️ Exercício: corrija a frase — "As meninas ficaram contento com o resultado."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MÓDULO 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261"/>
                </a:solidFill>
              </a:rPr>
              <a:t>Comunicação Oral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A261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Fala vs. Escrita — Registros da Língua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56616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💬 Linguagem Informal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Quando usar: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Conversa com amigos e família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Mensagens de WhatsApp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Redes sociais pessoais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Características: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Gírias e abreviações ("tô", "vc", "blz")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Frases incompletas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Tom mais descontraído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56616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🎓 Linguagem Formal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Quando usar: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Entrevistas de emprego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E-mails e cartas profissionais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Apresentações e redações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Características: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Vocabulário cuidadoso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Frases completas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Tom respeitoso e objetivo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Como Fazer uma Boa Apresentação Oral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📋 ESTRUTURA: Introdução (apresente o tema) → Desenvolvimento (explique as ideias) → Conclusão (encerre com mensagem)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👤 POSTURA: fique ereto, evite cruzar os braços, movimente-se com naturalidade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👁️ CONTATO VISUAL: olhe para a turma, não apenas para o papel ou slide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🔊 VOZ: fale em volume audível, com ritmo adequado — nem muito rápido, nem muito devagar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✋ GESTOS: use as mãos para reforçar pontos importantes, mas com naturalidade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💡 DICA DE OURO: ensaie em voz alta antes! A prática reduz o nervosismo.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Como Argumentar e Defender uma Ideia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🎯 TESE: é a sua posição — o que você defende ("Acredito que...")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📌 ARGUMENTOS: razões que apoiam sua tese — fatos, dados, exemplos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🔗 CONTRA-ARGUMENTOS: reconheça a opinião contrária e refute com lógica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✅ CONCLUSÃO: reforce a tese com base nos argumentos apresentados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⚠️ CUIDADO COM FALÁCIAS: "todo mundo faz isso" não é argumento válido!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✏️ Exemplo: Tese — "As redes sociais fazem bem aos jovens." Argumento — "Permitem acesso a informações e conectam pessoas ao redor do mundo."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MÓDULO 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261"/>
                </a:solidFill>
              </a:rPr>
              <a:t>Autonomia e Estratégias de Estudo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A261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Gêneros Textuais — Formas de Comunicar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743200" cy="173736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📰 Notícia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Relata fatos reais e recentes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Objetiva, imparcial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Responde: quem, o quê, quando, onde, como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743200" cy="173736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😄 Charge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64408" y="15087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Crítica social através do humor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Exagera traços e situações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Exige conhecimento de contexto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63056" y="960120"/>
            <a:ext cx="2743200" cy="173736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🎭 Poema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54496" y="15087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Expressa emoções com linguagem estética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Usa ritmo, rima, metáforas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Linguagem conotativa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880360"/>
            <a:ext cx="2743200" cy="1737360"/>
          </a:xfrm>
          <a:prstGeom prst="rect">
            <a:avLst/>
          </a:prstGeom>
          <a:solidFill>
            <a:srgbClr val="40916C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📧 E-mail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Comunicação escrita formal ou informal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Tem assunto, corpo e assinatura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Tom varia conforme o destinatário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72968" y="2880360"/>
            <a:ext cx="2743200" cy="173736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📝 Resumo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64408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Síntese fiel do texto original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Preserva a ideia do autor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Escrito com suas próprias palavras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Como Fazer um Resumo em 5 Passos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1️⃣ Leia o texto completo sem interrupções, para ter a visão geral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2️⃣ Identifique a ideia principal de cada parágrafo e anote ao lado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3️⃣ Conecte as ideias usando seus próprios conectivos e palavras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4️⃣ Escreva o resumo com suas palavras — nunca copie trechos inteiros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5️⃣ Revise: o resumo deve ser fiel ao texto original, mais curto e claro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⚠️ Um resumo NÃO é uma opinião — você resume o que O AUTOR disse, não o que VOCÊ acha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Leitura Crítica — Questionar para Compreender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🤔 Ler criticamente = não aceitar passivamente tudo que está escrito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🔍 Pergunte: Quem escreveu? Quando? Por quê? Para quem?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📌 Identifique o ponto de vista do autor: ele é imparcial ou tem interesse?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✅ Verifique as informações em outras fontes confiáveis antes de compartilhar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⚠️ Fake news se espalham porque as pessoas não leem criticamente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💡 Dica: veja se as fontes citadas são confiáveis e se os dados são verificáveis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Ler e Escrever Bem Abre Portas!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📖 Módulo 1: Leitura e Compreensão Textual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✏️ Módulo 2: Produção Textual com coesão e coerência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📋 Módulo 3: Gramática Aplicada ao uso real da língua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🗣️ Módulo 4: Comunicação Oral e Argumentação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🚀 Módulo 5: Autonomia, Gêneros e Leitura Crítica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A261"/>
                </a:solidFill>
              </a:rPr>
              <a:t>Rio do Sul Mais Tech · SENAI · UC: Reforço de Linguagens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2026-08-19T23:43:20Z</dcterms:created>
  <dcterms:modified xsi:type="dcterms:W3CDTF">2026-08-19T23:43:20Z</dcterms:modified>
</cp:coreProperties>
</file>